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7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257" autoAdjust="0"/>
    <p:restoredTop sz="94660"/>
  </p:normalViewPr>
  <p:slideViewPr>
    <p:cSldViewPr>
      <p:cViewPr varScale="1">
        <p:scale>
          <a:sx n="64" d="100"/>
          <a:sy n="64" d="100"/>
        </p:scale>
        <p:origin x="-1312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535701-2399-4276-A6EE-79122AC4F970}" type="doc">
      <dgm:prSet loTypeId="urn:microsoft.com/office/officeart/2005/8/layout/pyramid2" loCatId="list" qsTypeId="urn:microsoft.com/office/officeart/2005/8/quickstyle/simple5" qsCatId="simple" csTypeId="urn:microsoft.com/office/officeart/2005/8/colors/accent1_2" csCatId="accent1" phldr="1"/>
      <dgm:spPr/>
    </dgm:pt>
    <dgm:pt modelId="{E78DF17B-6EFD-4419-8B43-9049CD28E110}" type="pres">
      <dgm:prSet presAssocID="{98535701-2399-4276-A6EE-79122AC4F970}" presName="compositeShape" presStyleCnt="0">
        <dgm:presLayoutVars>
          <dgm:dir/>
          <dgm:resizeHandles/>
        </dgm:presLayoutVars>
      </dgm:prSet>
      <dgm:spPr/>
    </dgm:pt>
  </dgm:ptLst>
  <dgm:cxnLst>
    <dgm:cxn modelId="{6F0E584F-43E7-4332-B8E7-70B4C72FE92E}" type="presOf" srcId="{98535701-2399-4276-A6EE-79122AC4F970}" destId="{E78DF17B-6EFD-4419-8B43-9049CD28E110}" srcOrd="0" destOrd="0" presId="urn:microsoft.com/office/officeart/2005/8/layout/pyramid2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9A9AA6-6D3B-4A9E-8709-67A2F0263390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1A17EA4-13C1-473D-87D5-A8BAC89D7082}">
      <dgm:prSet phldrT="[Text]"/>
      <dgm:spPr>
        <a:solidFill>
          <a:schemeClr val="tx1"/>
        </a:solidFill>
      </dgm:spPr>
      <dgm:t>
        <a:bodyPr/>
        <a:lstStyle/>
        <a:p>
          <a:r>
            <a:rPr lang="en-US" altLang="en-US" b="1" smtClean="0">
              <a:latin typeface="Source Han Sans SC"/>
              <a:ea typeface="Source Han Sans SC"/>
            </a:rPr>
            <a:t>Abstract</a:t>
          </a:r>
          <a:endParaRPr lang="en-US" dirty="0"/>
        </a:p>
      </dgm:t>
    </dgm:pt>
    <dgm:pt modelId="{052D6EB2-21B5-4589-BAA8-B21861F6F129}" type="parTrans" cxnId="{42C5DC8D-B6CA-42F9-837A-EE5FBCF9B405}">
      <dgm:prSet/>
      <dgm:spPr/>
      <dgm:t>
        <a:bodyPr/>
        <a:lstStyle/>
        <a:p>
          <a:endParaRPr lang="en-US"/>
        </a:p>
      </dgm:t>
    </dgm:pt>
    <dgm:pt modelId="{9BE41D4E-A26E-4205-8469-C0FE333958E9}" type="sibTrans" cxnId="{42C5DC8D-B6CA-42F9-837A-EE5FBCF9B405}">
      <dgm:prSet/>
      <dgm:spPr/>
      <dgm:t>
        <a:bodyPr/>
        <a:lstStyle/>
        <a:p>
          <a:endParaRPr lang="en-US"/>
        </a:p>
      </dgm:t>
    </dgm:pt>
    <dgm:pt modelId="{D005A314-DFAB-416C-951E-49B0EE4F3FDB}">
      <dgm:prSet phldrT="[Text]"/>
      <dgm:spPr>
        <a:solidFill>
          <a:schemeClr val="tx1"/>
        </a:solidFill>
      </dgm:spPr>
      <dgm:t>
        <a:bodyPr/>
        <a:lstStyle/>
        <a:p>
          <a:r>
            <a:rPr lang="en-US" altLang="en-US" b="1" dirty="0" smtClean="0">
              <a:latin typeface="Source Han Sans SC"/>
              <a:ea typeface="Source Han Sans SC"/>
            </a:rPr>
            <a:t>Requirements</a:t>
          </a:r>
          <a:endParaRPr lang="en-US" dirty="0"/>
        </a:p>
      </dgm:t>
    </dgm:pt>
    <dgm:pt modelId="{1E706F91-3D40-49AF-901F-99BF3C7C871E}" type="parTrans" cxnId="{6AEA8CE4-A5FC-4A82-A6B2-A1CF3C4C0587}">
      <dgm:prSet/>
      <dgm:spPr/>
      <dgm:t>
        <a:bodyPr/>
        <a:lstStyle/>
        <a:p>
          <a:endParaRPr lang="en-US"/>
        </a:p>
      </dgm:t>
    </dgm:pt>
    <dgm:pt modelId="{DCBE7E23-0A9B-4327-A681-5117976B1FD6}" type="sibTrans" cxnId="{6AEA8CE4-A5FC-4A82-A6B2-A1CF3C4C0587}">
      <dgm:prSet/>
      <dgm:spPr/>
      <dgm:t>
        <a:bodyPr/>
        <a:lstStyle/>
        <a:p>
          <a:endParaRPr lang="en-US"/>
        </a:p>
      </dgm:t>
    </dgm:pt>
    <dgm:pt modelId="{CA0FE5CE-1E96-4B94-8D31-413835603B8D}">
      <dgm:prSet phldrT="[Text]"/>
      <dgm:spPr>
        <a:solidFill>
          <a:schemeClr val="tx1"/>
        </a:solidFill>
      </dgm:spPr>
      <dgm:t>
        <a:bodyPr/>
        <a:lstStyle/>
        <a:p>
          <a:r>
            <a:rPr lang="en-US" altLang="en-US" b="1" dirty="0" smtClean="0">
              <a:latin typeface="Source Han Sans SC"/>
              <a:ea typeface="Source Han Sans SC"/>
            </a:rPr>
            <a:t>System Implementation</a:t>
          </a:r>
          <a:endParaRPr lang="en-US" dirty="0"/>
        </a:p>
      </dgm:t>
    </dgm:pt>
    <dgm:pt modelId="{1FCFE357-56BB-4952-95B7-5CF9B62D844E}" type="parTrans" cxnId="{CAC0E533-0AE3-4F4D-962D-6CDF699B777E}">
      <dgm:prSet/>
      <dgm:spPr/>
      <dgm:t>
        <a:bodyPr/>
        <a:lstStyle/>
        <a:p>
          <a:endParaRPr lang="en-US"/>
        </a:p>
      </dgm:t>
    </dgm:pt>
    <dgm:pt modelId="{BED12421-94DF-4B8E-BEEC-C866C0B4F4E0}" type="sibTrans" cxnId="{CAC0E533-0AE3-4F4D-962D-6CDF699B777E}">
      <dgm:prSet/>
      <dgm:spPr/>
      <dgm:t>
        <a:bodyPr/>
        <a:lstStyle/>
        <a:p>
          <a:endParaRPr lang="en-US"/>
        </a:p>
      </dgm:t>
    </dgm:pt>
    <dgm:pt modelId="{86A5358F-AD1C-41F7-95E0-1FC5BC9B1BEE}">
      <dgm:prSet phldrT="[Text]"/>
      <dgm:spPr>
        <a:solidFill>
          <a:schemeClr val="tx1"/>
        </a:solidFill>
      </dgm:spPr>
      <dgm:t>
        <a:bodyPr/>
        <a:lstStyle/>
        <a:p>
          <a:r>
            <a:rPr lang="en-US" altLang="en-US" b="1" dirty="0" smtClean="0">
              <a:latin typeface="Source Han Sans SC"/>
              <a:ea typeface="Source Han Sans SC"/>
            </a:rPr>
            <a:t>Input &amp; output design</a:t>
          </a:r>
          <a:endParaRPr lang="en-US" dirty="0"/>
        </a:p>
      </dgm:t>
    </dgm:pt>
    <dgm:pt modelId="{F84355B7-6655-4E44-8448-BF9274438371}" type="parTrans" cxnId="{C71BA408-CA78-4BF7-8977-33F930FFB89A}">
      <dgm:prSet/>
      <dgm:spPr/>
      <dgm:t>
        <a:bodyPr/>
        <a:lstStyle/>
        <a:p>
          <a:endParaRPr lang="en-US"/>
        </a:p>
      </dgm:t>
    </dgm:pt>
    <dgm:pt modelId="{23C3E289-3F12-45F6-AF1F-6F2D86F18B88}" type="sibTrans" cxnId="{C71BA408-CA78-4BF7-8977-33F930FFB89A}">
      <dgm:prSet/>
      <dgm:spPr/>
      <dgm:t>
        <a:bodyPr/>
        <a:lstStyle/>
        <a:p>
          <a:endParaRPr lang="en-US"/>
        </a:p>
      </dgm:t>
    </dgm:pt>
    <dgm:pt modelId="{24F7DF28-9807-43F6-8FF6-A2F3E2AA70F4}">
      <dgm:prSet phldrT="[Text]"/>
      <dgm:spPr>
        <a:solidFill>
          <a:schemeClr val="tx1"/>
        </a:solidFill>
      </dgm:spPr>
      <dgm:t>
        <a:bodyPr/>
        <a:lstStyle/>
        <a:p>
          <a:r>
            <a:rPr lang="en-US" altLang="en-US" b="1" dirty="0" smtClean="0">
              <a:latin typeface="Source Han Sans SC"/>
              <a:ea typeface="Source Han Sans SC"/>
            </a:rPr>
            <a:t>Conclusion &amp; Reference</a:t>
          </a:r>
          <a:endParaRPr lang="en-US" dirty="0"/>
        </a:p>
      </dgm:t>
    </dgm:pt>
    <dgm:pt modelId="{7E62729C-CE31-4190-87F4-32B52AA71313}" type="parTrans" cxnId="{09467A83-76E0-4F42-918D-92A631F4E366}">
      <dgm:prSet/>
      <dgm:spPr/>
      <dgm:t>
        <a:bodyPr/>
        <a:lstStyle/>
        <a:p>
          <a:endParaRPr lang="en-US"/>
        </a:p>
      </dgm:t>
    </dgm:pt>
    <dgm:pt modelId="{8AA311FD-34D1-4071-A539-75D3A5E77F76}" type="sibTrans" cxnId="{09467A83-76E0-4F42-918D-92A631F4E366}">
      <dgm:prSet/>
      <dgm:spPr/>
      <dgm:t>
        <a:bodyPr/>
        <a:lstStyle/>
        <a:p>
          <a:endParaRPr lang="en-US"/>
        </a:p>
      </dgm:t>
    </dgm:pt>
    <dgm:pt modelId="{B4BE1E35-C221-40C0-AE67-D9B62276A56D}">
      <dgm:prSet phldrT="[Text]"/>
      <dgm:spPr>
        <a:solidFill>
          <a:schemeClr val="tx1"/>
        </a:solidFill>
      </dgm:spPr>
      <dgm:t>
        <a:bodyPr/>
        <a:lstStyle/>
        <a:p>
          <a:r>
            <a:rPr lang="en-US" altLang="en-US" b="1" dirty="0" smtClean="0">
              <a:latin typeface="Source Han Sans SC"/>
              <a:ea typeface="Source Han Sans SC"/>
            </a:rPr>
            <a:t>Introduction</a:t>
          </a:r>
          <a:endParaRPr lang="en-US" dirty="0"/>
        </a:p>
      </dgm:t>
    </dgm:pt>
    <dgm:pt modelId="{42D40FDC-100E-422D-9BB3-DCFFE3F7DF0A}" type="parTrans" cxnId="{BBF85326-50C2-48BE-B01C-698CD4B5EFC9}">
      <dgm:prSet/>
      <dgm:spPr/>
      <dgm:t>
        <a:bodyPr/>
        <a:lstStyle/>
        <a:p>
          <a:endParaRPr lang="en-US"/>
        </a:p>
      </dgm:t>
    </dgm:pt>
    <dgm:pt modelId="{B2C24813-475E-4FEC-96FB-B746BC3BDAF1}" type="sibTrans" cxnId="{BBF85326-50C2-48BE-B01C-698CD4B5EFC9}">
      <dgm:prSet/>
      <dgm:spPr/>
      <dgm:t>
        <a:bodyPr/>
        <a:lstStyle/>
        <a:p>
          <a:endParaRPr lang="en-US"/>
        </a:p>
      </dgm:t>
    </dgm:pt>
    <dgm:pt modelId="{8B7C6D1D-67B6-4288-9216-8B699A721BCD}" type="pres">
      <dgm:prSet presAssocID="{719A9AA6-6D3B-4A9E-8709-67A2F026339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F9EFD5F-1EC7-4969-AE96-B9A0BCAD3C5D}" type="pres">
      <dgm:prSet presAssocID="{81A17EA4-13C1-473D-87D5-A8BAC89D7082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9F8598-3A0B-45FF-BFD2-63CFA6772963}" type="pres">
      <dgm:prSet presAssocID="{9BE41D4E-A26E-4205-8469-C0FE333958E9}" presName="sibTrans" presStyleCnt="0"/>
      <dgm:spPr/>
    </dgm:pt>
    <dgm:pt modelId="{0A8349EE-DD99-4836-A397-C0624C04DEEF}" type="pres">
      <dgm:prSet presAssocID="{B4BE1E35-C221-40C0-AE67-D9B62276A56D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2D6F42-7663-4EDC-82F9-7B0EBC46E3E2}" type="pres">
      <dgm:prSet presAssocID="{B2C24813-475E-4FEC-96FB-B746BC3BDAF1}" presName="sibTrans" presStyleCnt="0"/>
      <dgm:spPr/>
    </dgm:pt>
    <dgm:pt modelId="{486DCF38-D3FD-4ED0-A840-2ED7D4D996AD}" type="pres">
      <dgm:prSet presAssocID="{D005A314-DFAB-416C-951E-49B0EE4F3FDB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02043E-9C7E-4B2B-A0CB-34CE5B6CF4EA}" type="pres">
      <dgm:prSet presAssocID="{DCBE7E23-0A9B-4327-A681-5117976B1FD6}" presName="sibTrans" presStyleCnt="0"/>
      <dgm:spPr/>
    </dgm:pt>
    <dgm:pt modelId="{4C76D907-D9B2-46CA-B0E8-98C6205FD4AE}" type="pres">
      <dgm:prSet presAssocID="{CA0FE5CE-1E96-4B94-8D31-413835603B8D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18F563-2BAD-4E38-A958-49FED5F03F03}" type="pres">
      <dgm:prSet presAssocID="{BED12421-94DF-4B8E-BEEC-C866C0B4F4E0}" presName="sibTrans" presStyleCnt="0"/>
      <dgm:spPr/>
    </dgm:pt>
    <dgm:pt modelId="{3B02A76B-3AB1-4B7E-BDA2-51E8DA0D392C}" type="pres">
      <dgm:prSet presAssocID="{86A5358F-AD1C-41F7-95E0-1FC5BC9B1BEE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E80CD4-6729-4DE1-9497-4BF4E9D66218}" type="pres">
      <dgm:prSet presAssocID="{23C3E289-3F12-45F6-AF1F-6F2D86F18B88}" presName="sibTrans" presStyleCnt="0"/>
      <dgm:spPr/>
    </dgm:pt>
    <dgm:pt modelId="{2091F089-6D7B-4283-8517-861DA04656CD}" type="pres">
      <dgm:prSet presAssocID="{24F7DF28-9807-43F6-8FF6-A2F3E2AA70F4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D4CAA4A-5D53-4D67-B4BB-C6CFF0245296}" type="presOf" srcId="{B4BE1E35-C221-40C0-AE67-D9B62276A56D}" destId="{0A8349EE-DD99-4836-A397-C0624C04DEEF}" srcOrd="0" destOrd="0" presId="urn:microsoft.com/office/officeart/2005/8/layout/default"/>
    <dgm:cxn modelId="{BBF85326-50C2-48BE-B01C-698CD4B5EFC9}" srcId="{719A9AA6-6D3B-4A9E-8709-67A2F0263390}" destId="{B4BE1E35-C221-40C0-AE67-D9B62276A56D}" srcOrd="1" destOrd="0" parTransId="{42D40FDC-100E-422D-9BB3-DCFFE3F7DF0A}" sibTransId="{B2C24813-475E-4FEC-96FB-B746BC3BDAF1}"/>
    <dgm:cxn modelId="{6AEA8CE4-A5FC-4A82-A6B2-A1CF3C4C0587}" srcId="{719A9AA6-6D3B-4A9E-8709-67A2F0263390}" destId="{D005A314-DFAB-416C-951E-49B0EE4F3FDB}" srcOrd="2" destOrd="0" parTransId="{1E706F91-3D40-49AF-901F-99BF3C7C871E}" sibTransId="{DCBE7E23-0A9B-4327-A681-5117976B1FD6}"/>
    <dgm:cxn modelId="{4F6CF7E6-7436-4C5F-9B87-E51AF6859C58}" type="presOf" srcId="{719A9AA6-6D3B-4A9E-8709-67A2F0263390}" destId="{8B7C6D1D-67B6-4288-9216-8B699A721BCD}" srcOrd="0" destOrd="0" presId="urn:microsoft.com/office/officeart/2005/8/layout/default"/>
    <dgm:cxn modelId="{CAC0E533-0AE3-4F4D-962D-6CDF699B777E}" srcId="{719A9AA6-6D3B-4A9E-8709-67A2F0263390}" destId="{CA0FE5CE-1E96-4B94-8D31-413835603B8D}" srcOrd="3" destOrd="0" parTransId="{1FCFE357-56BB-4952-95B7-5CF9B62D844E}" sibTransId="{BED12421-94DF-4B8E-BEEC-C866C0B4F4E0}"/>
    <dgm:cxn modelId="{42C5DC8D-B6CA-42F9-837A-EE5FBCF9B405}" srcId="{719A9AA6-6D3B-4A9E-8709-67A2F0263390}" destId="{81A17EA4-13C1-473D-87D5-A8BAC89D7082}" srcOrd="0" destOrd="0" parTransId="{052D6EB2-21B5-4589-BAA8-B21861F6F129}" sibTransId="{9BE41D4E-A26E-4205-8469-C0FE333958E9}"/>
    <dgm:cxn modelId="{DDDE13CA-4612-49F9-BD23-4C1318A62854}" type="presOf" srcId="{81A17EA4-13C1-473D-87D5-A8BAC89D7082}" destId="{BF9EFD5F-1EC7-4969-AE96-B9A0BCAD3C5D}" srcOrd="0" destOrd="0" presId="urn:microsoft.com/office/officeart/2005/8/layout/default"/>
    <dgm:cxn modelId="{09467A83-76E0-4F42-918D-92A631F4E366}" srcId="{719A9AA6-6D3B-4A9E-8709-67A2F0263390}" destId="{24F7DF28-9807-43F6-8FF6-A2F3E2AA70F4}" srcOrd="5" destOrd="0" parTransId="{7E62729C-CE31-4190-87F4-32B52AA71313}" sibTransId="{8AA311FD-34D1-4071-A539-75D3A5E77F76}"/>
    <dgm:cxn modelId="{A5041E94-6E97-4C0F-934C-9384FDC923EE}" type="presOf" srcId="{24F7DF28-9807-43F6-8FF6-A2F3E2AA70F4}" destId="{2091F089-6D7B-4283-8517-861DA04656CD}" srcOrd="0" destOrd="0" presId="urn:microsoft.com/office/officeart/2005/8/layout/default"/>
    <dgm:cxn modelId="{059A2D9A-BAAF-4B91-B472-C519AADA61D4}" type="presOf" srcId="{D005A314-DFAB-416C-951E-49B0EE4F3FDB}" destId="{486DCF38-D3FD-4ED0-A840-2ED7D4D996AD}" srcOrd="0" destOrd="0" presId="urn:microsoft.com/office/officeart/2005/8/layout/default"/>
    <dgm:cxn modelId="{E8632EAF-AF2C-4FF7-A858-98EE1DE7C124}" type="presOf" srcId="{CA0FE5CE-1E96-4B94-8D31-413835603B8D}" destId="{4C76D907-D9B2-46CA-B0E8-98C6205FD4AE}" srcOrd="0" destOrd="0" presId="urn:microsoft.com/office/officeart/2005/8/layout/default"/>
    <dgm:cxn modelId="{1499BFC5-2331-4EC3-AAE8-9E17F328C360}" type="presOf" srcId="{86A5358F-AD1C-41F7-95E0-1FC5BC9B1BEE}" destId="{3B02A76B-3AB1-4B7E-BDA2-51E8DA0D392C}" srcOrd="0" destOrd="0" presId="urn:microsoft.com/office/officeart/2005/8/layout/default"/>
    <dgm:cxn modelId="{C71BA408-CA78-4BF7-8977-33F930FFB89A}" srcId="{719A9AA6-6D3B-4A9E-8709-67A2F0263390}" destId="{86A5358F-AD1C-41F7-95E0-1FC5BC9B1BEE}" srcOrd="4" destOrd="0" parTransId="{F84355B7-6655-4E44-8448-BF9274438371}" sibTransId="{23C3E289-3F12-45F6-AF1F-6F2D86F18B88}"/>
    <dgm:cxn modelId="{11B39E13-31AD-4822-9B7B-D18106ED68C2}" type="presParOf" srcId="{8B7C6D1D-67B6-4288-9216-8B699A721BCD}" destId="{BF9EFD5F-1EC7-4969-AE96-B9A0BCAD3C5D}" srcOrd="0" destOrd="0" presId="urn:microsoft.com/office/officeart/2005/8/layout/default"/>
    <dgm:cxn modelId="{67997092-CA4B-4516-9370-0DF8DAC30B75}" type="presParOf" srcId="{8B7C6D1D-67B6-4288-9216-8B699A721BCD}" destId="{1F9F8598-3A0B-45FF-BFD2-63CFA6772963}" srcOrd="1" destOrd="0" presId="urn:microsoft.com/office/officeart/2005/8/layout/default"/>
    <dgm:cxn modelId="{7118DB8E-FE3A-438E-B285-9384D3204AB2}" type="presParOf" srcId="{8B7C6D1D-67B6-4288-9216-8B699A721BCD}" destId="{0A8349EE-DD99-4836-A397-C0624C04DEEF}" srcOrd="2" destOrd="0" presId="urn:microsoft.com/office/officeart/2005/8/layout/default"/>
    <dgm:cxn modelId="{9DF43B27-D2E3-4962-8F90-599C4C2B98D4}" type="presParOf" srcId="{8B7C6D1D-67B6-4288-9216-8B699A721BCD}" destId="{A42D6F42-7663-4EDC-82F9-7B0EBC46E3E2}" srcOrd="3" destOrd="0" presId="urn:microsoft.com/office/officeart/2005/8/layout/default"/>
    <dgm:cxn modelId="{B63C0FD6-81BB-48ED-9B41-8955732D218F}" type="presParOf" srcId="{8B7C6D1D-67B6-4288-9216-8B699A721BCD}" destId="{486DCF38-D3FD-4ED0-A840-2ED7D4D996AD}" srcOrd="4" destOrd="0" presId="urn:microsoft.com/office/officeart/2005/8/layout/default"/>
    <dgm:cxn modelId="{78A88E26-2A11-488D-8D97-311559B02B91}" type="presParOf" srcId="{8B7C6D1D-67B6-4288-9216-8B699A721BCD}" destId="{C102043E-9C7E-4B2B-A0CB-34CE5B6CF4EA}" srcOrd="5" destOrd="0" presId="urn:microsoft.com/office/officeart/2005/8/layout/default"/>
    <dgm:cxn modelId="{6CED8D94-C572-4051-88F7-6876C2544D90}" type="presParOf" srcId="{8B7C6D1D-67B6-4288-9216-8B699A721BCD}" destId="{4C76D907-D9B2-46CA-B0E8-98C6205FD4AE}" srcOrd="6" destOrd="0" presId="urn:microsoft.com/office/officeart/2005/8/layout/default"/>
    <dgm:cxn modelId="{C4904582-0831-4B29-97E9-7D3745001F31}" type="presParOf" srcId="{8B7C6D1D-67B6-4288-9216-8B699A721BCD}" destId="{CF18F563-2BAD-4E38-A958-49FED5F03F03}" srcOrd="7" destOrd="0" presId="urn:microsoft.com/office/officeart/2005/8/layout/default"/>
    <dgm:cxn modelId="{33D909AC-9566-4E90-BA60-28AE54B42059}" type="presParOf" srcId="{8B7C6D1D-67B6-4288-9216-8B699A721BCD}" destId="{3B02A76B-3AB1-4B7E-BDA2-51E8DA0D392C}" srcOrd="8" destOrd="0" presId="urn:microsoft.com/office/officeart/2005/8/layout/default"/>
    <dgm:cxn modelId="{08C5E759-E1EC-473F-822A-3F29339D8194}" type="presParOf" srcId="{8B7C6D1D-67B6-4288-9216-8B699A721BCD}" destId="{9FE80CD4-6729-4DE1-9497-4BF4E9D66218}" srcOrd="9" destOrd="0" presId="urn:microsoft.com/office/officeart/2005/8/layout/default"/>
    <dgm:cxn modelId="{76438C2C-039C-42A2-8214-EEF922E962D3}" type="presParOf" srcId="{8B7C6D1D-67B6-4288-9216-8B699A721BCD}" destId="{2091F089-6D7B-4283-8517-861DA04656CD}" srcOrd="10" destOrd="0" presId="urn:microsoft.com/office/officeart/2005/8/layout/default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AE0AF5-EC6C-4FF6-A105-03E8B2BEF240}" type="doc">
      <dgm:prSet loTypeId="urn:microsoft.com/office/officeart/2005/8/layout/defaul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D5A78CB9-EFB0-4302-BD97-8271646A188B}">
      <dgm:prSet phldrT="[Text]"/>
      <dgm:spPr/>
      <dgm:t>
        <a:bodyPr/>
        <a:lstStyle/>
        <a:p>
          <a:r>
            <a:rPr lang="en-US" b="0" u="none" dirty="0" smtClean="0">
              <a:latin typeface="Times New Roman" pitchFamily="18" charset="0"/>
              <a:cs typeface="Times New Roman" pitchFamily="18" charset="0"/>
            </a:rPr>
            <a:t>Machine Learning Project</a:t>
          </a:r>
          <a:endParaRPr lang="en-US" b="0" u="none" dirty="0">
            <a:latin typeface="Times New Roman" pitchFamily="18" charset="0"/>
            <a:cs typeface="Times New Roman" pitchFamily="18" charset="0"/>
          </a:endParaRPr>
        </a:p>
      </dgm:t>
    </dgm:pt>
    <dgm:pt modelId="{C2B43014-CC7A-4DF8-921E-65A0122F14BA}" type="parTrans" cxnId="{27CDA7E8-02E0-49D6-A247-2AB3056DF614}">
      <dgm:prSet/>
      <dgm:spPr/>
      <dgm:t>
        <a:bodyPr/>
        <a:lstStyle/>
        <a:p>
          <a:endParaRPr lang="en-US"/>
        </a:p>
      </dgm:t>
    </dgm:pt>
    <dgm:pt modelId="{66EDF567-3AD0-4350-8614-1755C138B712}" type="sibTrans" cxnId="{27CDA7E8-02E0-49D6-A247-2AB3056DF614}">
      <dgm:prSet/>
      <dgm:spPr/>
      <dgm:t>
        <a:bodyPr/>
        <a:lstStyle/>
        <a:p>
          <a:endParaRPr lang="en-US"/>
        </a:p>
      </dgm:t>
    </dgm:pt>
    <dgm:pt modelId="{F4D4F59B-70F7-44EA-B8BD-AF0EBFAAEFF4}">
      <dgm:prSet phldrT="[Text]"/>
      <dgm:spPr/>
      <dgm:t>
        <a:bodyPr/>
        <a:lstStyle/>
        <a:p>
          <a:r>
            <a:rPr lang="en-US" b="0" u="none" dirty="0" smtClean="0">
              <a:latin typeface="Times New Roman" pitchFamily="18" charset="0"/>
              <a:cs typeface="Times New Roman" pitchFamily="18" charset="0"/>
            </a:rPr>
            <a:t>Historical Temperature Data</a:t>
          </a:r>
          <a:endParaRPr lang="en-US" b="0" u="none" dirty="0">
            <a:latin typeface="Times New Roman" pitchFamily="18" charset="0"/>
            <a:cs typeface="Times New Roman" pitchFamily="18" charset="0"/>
          </a:endParaRPr>
        </a:p>
      </dgm:t>
    </dgm:pt>
    <dgm:pt modelId="{FE776650-9595-433D-8D6B-05132E27301C}" type="sibTrans" cxnId="{FECCBE8D-9BD6-4B73-9239-4F0A2F2AC1E0}">
      <dgm:prSet/>
      <dgm:spPr/>
      <dgm:t>
        <a:bodyPr/>
        <a:lstStyle/>
        <a:p>
          <a:endParaRPr lang="en-US"/>
        </a:p>
      </dgm:t>
    </dgm:pt>
    <dgm:pt modelId="{5838FDC9-7DB1-4427-A68C-FA45F12AC5FE}" type="parTrans" cxnId="{FECCBE8D-9BD6-4B73-9239-4F0A2F2AC1E0}">
      <dgm:prSet/>
      <dgm:spPr/>
      <dgm:t>
        <a:bodyPr/>
        <a:lstStyle/>
        <a:p>
          <a:endParaRPr lang="en-US"/>
        </a:p>
      </dgm:t>
    </dgm:pt>
    <dgm:pt modelId="{5371AD44-9E11-405B-B15E-5DC259C4D241}">
      <dgm:prSet phldrT="[Text]"/>
      <dgm:spPr/>
      <dgm:t>
        <a:bodyPr/>
        <a:lstStyle/>
        <a:p>
          <a:r>
            <a:rPr lang="en-US" b="0" u="none" dirty="0" smtClean="0">
              <a:latin typeface="Times New Roman" pitchFamily="18" charset="0"/>
              <a:cs typeface="Times New Roman" pitchFamily="18" charset="0"/>
            </a:rPr>
            <a:t>Climate Change Through Temperature Change</a:t>
          </a:r>
          <a:endParaRPr lang="en-US" b="0" u="none" dirty="0">
            <a:latin typeface="Times New Roman" pitchFamily="18" charset="0"/>
            <a:cs typeface="Times New Roman" pitchFamily="18" charset="0"/>
          </a:endParaRPr>
        </a:p>
      </dgm:t>
    </dgm:pt>
    <dgm:pt modelId="{612DDB7D-EE84-431A-AF2D-862EA292C724}" type="parTrans" cxnId="{206455A1-F28E-466D-BB6B-7ECA43CF4C4B}">
      <dgm:prSet/>
      <dgm:spPr/>
      <dgm:t>
        <a:bodyPr/>
        <a:lstStyle/>
        <a:p>
          <a:endParaRPr lang="en-US"/>
        </a:p>
      </dgm:t>
    </dgm:pt>
    <dgm:pt modelId="{745A94D2-D90F-4CFF-97DD-DC0AAB7878BF}" type="sibTrans" cxnId="{206455A1-F28E-466D-BB6B-7ECA43CF4C4B}">
      <dgm:prSet/>
      <dgm:spPr/>
      <dgm:t>
        <a:bodyPr/>
        <a:lstStyle/>
        <a:p>
          <a:endParaRPr lang="en-US"/>
        </a:p>
      </dgm:t>
    </dgm:pt>
    <dgm:pt modelId="{D6BC76DB-1709-4D05-AE5E-1E09E282EC9B}">
      <dgm:prSet phldrT="[Text]"/>
      <dgm:spPr/>
      <dgm:t>
        <a:bodyPr/>
        <a:lstStyle/>
        <a:p>
          <a:r>
            <a:rPr lang="en-US" b="0" u="none" dirty="0" smtClean="0">
              <a:latin typeface="Times New Roman" pitchFamily="18" charset="0"/>
              <a:cs typeface="Times New Roman" pitchFamily="18" charset="0"/>
            </a:rPr>
            <a:t>Feature </a:t>
          </a:r>
          <a:r>
            <a:rPr lang="en-US" b="0" u="none" dirty="0" err="1" smtClean="0">
              <a:latin typeface="Times New Roman" pitchFamily="18" charset="0"/>
              <a:cs typeface="Times New Roman" pitchFamily="18" charset="0"/>
            </a:rPr>
            <a:t>engineering,Model</a:t>
          </a:r>
          <a:r>
            <a:rPr lang="en-US" b="0" u="none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b="0" u="none" dirty="0" err="1" smtClean="0">
              <a:latin typeface="Times New Roman" pitchFamily="18" charset="0"/>
              <a:cs typeface="Times New Roman" pitchFamily="18" charset="0"/>
            </a:rPr>
            <a:t>selection,Validation</a:t>
          </a:r>
          <a:r>
            <a:rPr lang="en-US" b="0" u="none" dirty="0" smtClean="0">
              <a:latin typeface="Times New Roman" pitchFamily="18" charset="0"/>
              <a:cs typeface="Times New Roman" pitchFamily="18" charset="0"/>
            </a:rPr>
            <a:t> Techniques
</a:t>
          </a:r>
          <a:endParaRPr lang="en-US" b="0" u="none" dirty="0">
            <a:latin typeface="Times New Roman" pitchFamily="18" charset="0"/>
            <a:cs typeface="Times New Roman" pitchFamily="18" charset="0"/>
          </a:endParaRPr>
        </a:p>
      </dgm:t>
    </dgm:pt>
    <dgm:pt modelId="{B7A584DE-0FB0-45F5-902D-E20FFD7E8E74}" type="parTrans" cxnId="{9CB8B9AC-724A-41B6-872D-912DA91CC9D6}">
      <dgm:prSet/>
      <dgm:spPr/>
      <dgm:t>
        <a:bodyPr/>
        <a:lstStyle/>
        <a:p>
          <a:endParaRPr lang="en-US"/>
        </a:p>
      </dgm:t>
    </dgm:pt>
    <dgm:pt modelId="{FCE107E4-D44C-42A9-A538-C0C3D3D9EDD2}" type="sibTrans" cxnId="{9CB8B9AC-724A-41B6-872D-912DA91CC9D6}">
      <dgm:prSet/>
      <dgm:spPr/>
      <dgm:t>
        <a:bodyPr/>
        <a:lstStyle/>
        <a:p>
          <a:endParaRPr lang="en-US"/>
        </a:p>
      </dgm:t>
    </dgm:pt>
    <dgm:pt modelId="{B6D2B661-364D-40F2-A214-C45727A7BAE0}" type="pres">
      <dgm:prSet presAssocID="{1FAE0AF5-EC6C-4FF6-A105-03E8B2BEF24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4AFD7EC-BEE3-4052-A2BD-9CF8609ADD56}" type="pres">
      <dgm:prSet presAssocID="{D5A78CB9-EFB0-4302-BD97-8271646A188B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54715A-4EFB-427F-BA68-4C883B533F03}" type="pres">
      <dgm:prSet presAssocID="{66EDF567-3AD0-4350-8614-1755C138B712}" presName="sibTrans" presStyleCnt="0"/>
      <dgm:spPr/>
    </dgm:pt>
    <dgm:pt modelId="{CBD4237D-B13D-4F7E-AE0F-99FE928355E0}" type="pres">
      <dgm:prSet presAssocID="{5371AD44-9E11-405B-B15E-5DC259C4D241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47683C-127A-42AE-B705-95B22CEF4DF8}" type="pres">
      <dgm:prSet presAssocID="{745A94D2-D90F-4CFF-97DD-DC0AAB7878BF}" presName="sibTrans" presStyleCnt="0"/>
      <dgm:spPr/>
    </dgm:pt>
    <dgm:pt modelId="{D1EC8B8A-5911-4D2E-BDEA-4999DA11CF0E}" type="pres">
      <dgm:prSet presAssocID="{F4D4F59B-70F7-44EA-B8BD-AF0EBFAAEFF4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1E5398-821A-4368-A6BB-7843FA12FB80}" type="pres">
      <dgm:prSet presAssocID="{FE776650-9595-433D-8D6B-05132E27301C}" presName="sibTrans" presStyleCnt="0"/>
      <dgm:spPr/>
    </dgm:pt>
    <dgm:pt modelId="{AF90EDC6-66DB-4109-9947-A27893A4C532}" type="pres">
      <dgm:prSet presAssocID="{D6BC76DB-1709-4D05-AE5E-1E09E282EC9B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32E21E4-1914-443D-BCC1-960A960523BA}" type="presOf" srcId="{F4D4F59B-70F7-44EA-B8BD-AF0EBFAAEFF4}" destId="{D1EC8B8A-5911-4D2E-BDEA-4999DA11CF0E}" srcOrd="0" destOrd="0" presId="urn:microsoft.com/office/officeart/2005/8/layout/default"/>
    <dgm:cxn modelId="{13210D66-62AB-43D4-9BFF-B471C5C5B3FA}" type="presOf" srcId="{5371AD44-9E11-405B-B15E-5DC259C4D241}" destId="{CBD4237D-B13D-4F7E-AE0F-99FE928355E0}" srcOrd="0" destOrd="0" presId="urn:microsoft.com/office/officeart/2005/8/layout/default"/>
    <dgm:cxn modelId="{2FD5811D-279A-45AF-9893-614E23345812}" type="presOf" srcId="{1FAE0AF5-EC6C-4FF6-A105-03E8B2BEF240}" destId="{B6D2B661-364D-40F2-A214-C45727A7BAE0}" srcOrd="0" destOrd="0" presId="urn:microsoft.com/office/officeart/2005/8/layout/default"/>
    <dgm:cxn modelId="{552BD6D2-B8EF-44B9-A59B-81A81024B076}" type="presOf" srcId="{D5A78CB9-EFB0-4302-BD97-8271646A188B}" destId="{44AFD7EC-BEE3-4052-A2BD-9CF8609ADD56}" srcOrd="0" destOrd="0" presId="urn:microsoft.com/office/officeart/2005/8/layout/default"/>
    <dgm:cxn modelId="{9CB8B9AC-724A-41B6-872D-912DA91CC9D6}" srcId="{1FAE0AF5-EC6C-4FF6-A105-03E8B2BEF240}" destId="{D6BC76DB-1709-4D05-AE5E-1E09E282EC9B}" srcOrd="3" destOrd="0" parTransId="{B7A584DE-0FB0-45F5-902D-E20FFD7E8E74}" sibTransId="{FCE107E4-D44C-42A9-A538-C0C3D3D9EDD2}"/>
    <dgm:cxn modelId="{206455A1-F28E-466D-BB6B-7ECA43CF4C4B}" srcId="{1FAE0AF5-EC6C-4FF6-A105-03E8B2BEF240}" destId="{5371AD44-9E11-405B-B15E-5DC259C4D241}" srcOrd="1" destOrd="0" parTransId="{612DDB7D-EE84-431A-AF2D-862EA292C724}" sibTransId="{745A94D2-D90F-4CFF-97DD-DC0AAB7878BF}"/>
    <dgm:cxn modelId="{27CDA7E8-02E0-49D6-A247-2AB3056DF614}" srcId="{1FAE0AF5-EC6C-4FF6-A105-03E8B2BEF240}" destId="{D5A78CB9-EFB0-4302-BD97-8271646A188B}" srcOrd="0" destOrd="0" parTransId="{C2B43014-CC7A-4DF8-921E-65A0122F14BA}" sibTransId="{66EDF567-3AD0-4350-8614-1755C138B712}"/>
    <dgm:cxn modelId="{FECCBE8D-9BD6-4B73-9239-4F0A2F2AC1E0}" srcId="{1FAE0AF5-EC6C-4FF6-A105-03E8B2BEF240}" destId="{F4D4F59B-70F7-44EA-B8BD-AF0EBFAAEFF4}" srcOrd="2" destOrd="0" parTransId="{5838FDC9-7DB1-4427-A68C-FA45F12AC5FE}" sibTransId="{FE776650-9595-433D-8D6B-05132E27301C}"/>
    <dgm:cxn modelId="{9603D14E-5237-4CF3-A0E3-E75DE1D14A61}" type="presOf" srcId="{D6BC76DB-1709-4D05-AE5E-1E09E282EC9B}" destId="{AF90EDC6-66DB-4109-9947-A27893A4C532}" srcOrd="0" destOrd="0" presId="urn:microsoft.com/office/officeart/2005/8/layout/default"/>
    <dgm:cxn modelId="{CBEDFFC7-20B2-4DBC-930C-6DA0AC79F3C1}" type="presParOf" srcId="{B6D2B661-364D-40F2-A214-C45727A7BAE0}" destId="{44AFD7EC-BEE3-4052-A2BD-9CF8609ADD56}" srcOrd="0" destOrd="0" presId="urn:microsoft.com/office/officeart/2005/8/layout/default"/>
    <dgm:cxn modelId="{62AB2D4D-6E04-4744-AD2C-DAB4F6FD4BBB}" type="presParOf" srcId="{B6D2B661-364D-40F2-A214-C45727A7BAE0}" destId="{E554715A-4EFB-427F-BA68-4C883B533F03}" srcOrd="1" destOrd="0" presId="urn:microsoft.com/office/officeart/2005/8/layout/default"/>
    <dgm:cxn modelId="{7D5AED87-23B2-485A-86F8-36EDAB566584}" type="presParOf" srcId="{B6D2B661-364D-40F2-A214-C45727A7BAE0}" destId="{CBD4237D-B13D-4F7E-AE0F-99FE928355E0}" srcOrd="2" destOrd="0" presId="urn:microsoft.com/office/officeart/2005/8/layout/default"/>
    <dgm:cxn modelId="{20FBA0DB-CDE5-4BB5-8878-150DC38E4F98}" type="presParOf" srcId="{B6D2B661-364D-40F2-A214-C45727A7BAE0}" destId="{F847683C-127A-42AE-B705-95B22CEF4DF8}" srcOrd="3" destOrd="0" presId="urn:microsoft.com/office/officeart/2005/8/layout/default"/>
    <dgm:cxn modelId="{A29A5AF1-8600-40ED-9643-F6CFF53029AF}" type="presParOf" srcId="{B6D2B661-364D-40F2-A214-C45727A7BAE0}" destId="{D1EC8B8A-5911-4D2E-BDEA-4999DA11CF0E}" srcOrd="4" destOrd="0" presId="urn:microsoft.com/office/officeart/2005/8/layout/default"/>
    <dgm:cxn modelId="{8325A9B8-23DC-4FA2-81F8-37443D9D2517}" type="presParOf" srcId="{B6D2B661-364D-40F2-A214-C45727A7BAE0}" destId="{D51E5398-821A-4368-A6BB-7843FA12FB80}" srcOrd="5" destOrd="0" presId="urn:microsoft.com/office/officeart/2005/8/layout/default"/>
    <dgm:cxn modelId="{FCE5F583-FFE7-4DA7-82CF-797D8F64072F}" type="presParOf" srcId="{B6D2B661-364D-40F2-A214-C45727A7BAE0}" destId="{AF90EDC6-66DB-4109-9947-A27893A4C532}" srcOrd="6" destOrd="0" presId="urn:microsoft.com/office/officeart/2005/8/layout/default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A1B052-39C8-4CC0-BCE9-EF32F2F47C98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30A398F-AD6F-4358-BA40-1BD9D268F362}">
      <dgm:prSet phldrT="[Text]" custT="1"/>
      <dgm:spPr/>
      <dgm:t>
        <a:bodyPr/>
        <a:lstStyle/>
        <a:p>
          <a:r>
            <a:rPr lang="en-US" sz="1400" b="1" dirty="0" smtClean="0">
              <a:latin typeface="Times New Roman" pitchFamily="18" charset="0"/>
              <a:cs typeface="Times New Roman" pitchFamily="18" charset="0"/>
            </a:rPr>
            <a:t>Challenge of predicting future climate changes</a:t>
          </a:r>
          <a:endParaRPr lang="en-US" sz="1400" b="1" dirty="0">
            <a:latin typeface="Times New Roman" pitchFamily="18" charset="0"/>
            <a:cs typeface="Times New Roman" pitchFamily="18" charset="0"/>
          </a:endParaRPr>
        </a:p>
      </dgm:t>
    </dgm:pt>
    <dgm:pt modelId="{FE1D12B0-8575-4D07-B452-F657E6BC5CCA}" type="parTrans" cxnId="{DA55E7DA-C8B0-4624-A3CF-9C81B8B855F2}">
      <dgm:prSet/>
      <dgm:spPr/>
      <dgm:t>
        <a:bodyPr/>
        <a:lstStyle/>
        <a:p>
          <a:endParaRPr lang="en-US"/>
        </a:p>
      </dgm:t>
    </dgm:pt>
    <dgm:pt modelId="{5C087CB8-A241-4D52-979E-F14C81F81AC1}" type="sibTrans" cxnId="{DA55E7DA-C8B0-4624-A3CF-9C81B8B855F2}">
      <dgm:prSet/>
      <dgm:spPr/>
      <dgm:t>
        <a:bodyPr/>
        <a:lstStyle/>
        <a:p>
          <a:endParaRPr lang="en-US"/>
        </a:p>
      </dgm:t>
    </dgm:pt>
    <dgm:pt modelId="{9E28E35D-1E35-4CFD-A54C-B407EC72A122}">
      <dgm:prSet phldrT="[Text]" custT="1"/>
      <dgm:spPr/>
      <dgm:t>
        <a:bodyPr/>
        <a:lstStyle/>
        <a:p>
          <a:r>
            <a:rPr lang="en-US" sz="1400" b="1" dirty="0" smtClean="0">
              <a:latin typeface="Times New Roman" pitchFamily="18" charset="0"/>
              <a:cs typeface="Times New Roman" pitchFamily="18" charset="0"/>
            </a:rPr>
            <a:t>Historical Temperature data-smart computer programs</a:t>
          </a:r>
          <a:endParaRPr lang="en-US" sz="1400" b="1" dirty="0">
            <a:latin typeface="Times New Roman" pitchFamily="18" charset="0"/>
            <a:cs typeface="Times New Roman" pitchFamily="18" charset="0"/>
          </a:endParaRPr>
        </a:p>
      </dgm:t>
    </dgm:pt>
    <dgm:pt modelId="{1622B95B-05B8-4845-9575-F4BF02C36F0B}" type="parTrans" cxnId="{BC3D5275-7CFB-438C-BBEE-E19D5D6FD706}">
      <dgm:prSet/>
      <dgm:spPr/>
      <dgm:t>
        <a:bodyPr/>
        <a:lstStyle/>
        <a:p>
          <a:endParaRPr lang="en-US"/>
        </a:p>
      </dgm:t>
    </dgm:pt>
    <dgm:pt modelId="{EE3FAE44-7AE6-458E-B0AD-0FE8089C4DC9}" type="sibTrans" cxnId="{BC3D5275-7CFB-438C-BBEE-E19D5D6FD706}">
      <dgm:prSet/>
      <dgm:spPr/>
      <dgm:t>
        <a:bodyPr/>
        <a:lstStyle/>
        <a:p>
          <a:endParaRPr lang="en-US"/>
        </a:p>
      </dgm:t>
    </dgm:pt>
    <dgm:pt modelId="{E1E1538D-7541-4F98-AB01-C5D7BE4F451D}">
      <dgm:prSet phldrT="[Text]" custT="1"/>
      <dgm:spPr/>
      <dgm:t>
        <a:bodyPr/>
        <a:lstStyle/>
        <a:p>
          <a:r>
            <a:rPr lang="en-US" sz="1400" b="1" dirty="0" smtClean="0">
              <a:latin typeface="Times New Roman" pitchFamily="18" charset="0"/>
              <a:cs typeface="Times New Roman" pitchFamily="18" charset="0"/>
            </a:rPr>
            <a:t>Mission-to enhance our ability to know the impacts of climate change
</a:t>
          </a:r>
          <a:endParaRPr lang="en-US" sz="1400" b="1" dirty="0">
            <a:latin typeface="Times New Roman" pitchFamily="18" charset="0"/>
            <a:cs typeface="Times New Roman" pitchFamily="18" charset="0"/>
          </a:endParaRPr>
        </a:p>
      </dgm:t>
    </dgm:pt>
    <dgm:pt modelId="{279BA53B-6688-409F-A912-F2C9D0FFD815}" type="parTrans" cxnId="{31D54401-9383-4085-8E84-4BB5EA60D902}">
      <dgm:prSet/>
      <dgm:spPr/>
      <dgm:t>
        <a:bodyPr/>
        <a:lstStyle/>
        <a:p>
          <a:endParaRPr lang="en-US"/>
        </a:p>
      </dgm:t>
    </dgm:pt>
    <dgm:pt modelId="{98067DC8-BDC4-41BC-B727-73F4834B4935}" type="sibTrans" cxnId="{31D54401-9383-4085-8E84-4BB5EA60D902}">
      <dgm:prSet/>
      <dgm:spPr/>
      <dgm:t>
        <a:bodyPr/>
        <a:lstStyle/>
        <a:p>
          <a:endParaRPr lang="en-US"/>
        </a:p>
      </dgm:t>
    </dgm:pt>
    <dgm:pt modelId="{DC8F5F2F-5FF2-4890-8E1B-217A20740E3C}">
      <dgm:prSet phldrT="[Text]" custT="1"/>
      <dgm:spPr/>
      <dgm:t>
        <a:bodyPr/>
        <a:lstStyle/>
        <a:p>
          <a:r>
            <a:rPr lang="en-US" sz="1400" b="1" dirty="0" smtClean="0">
              <a:latin typeface="Times New Roman" pitchFamily="18" charset="0"/>
              <a:cs typeface="Times New Roman" pitchFamily="18" charset="0"/>
            </a:rPr>
            <a:t>Hi-tech Weather Forecaster for the planet</a:t>
          </a:r>
          <a:endParaRPr lang="en-US" sz="1400" b="1" dirty="0">
            <a:latin typeface="Times New Roman" pitchFamily="18" charset="0"/>
            <a:cs typeface="Times New Roman" pitchFamily="18" charset="0"/>
          </a:endParaRPr>
        </a:p>
      </dgm:t>
    </dgm:pt>
    <dgm:pt modelId="{434BEE1F-F60D-44EC-AA78-866F9E9CA149}" type="parTrans" cxnId="{8B066D76-98BC-4E64-A901-6F2D5B8C31C8}">
      <dgm:prSet/>
      <dgm:spPr/>
      <dgm:t>
        <a:bodyPr/>
        <a:lstStyle/>
        <a:p>
          <a:endParaRPr lang="en-US"/>
        </a:p>
      </dgm:t>
    </dgm:pt>
    <dgm:pt modelId="{C55D08D9-EAE7-4B7A-B71E-1EED2209AEEC}" type="sibTrans" cxnId="{8B066D76-98BC-4E64-A901-6F2D5B8C31C8}">
      <dgm:prSet/>
      <dgm:spPr/>
      <dgm:t>
        <a:bodyPr/>
        <a:lstStyle/>
        <a:p>
          <a:endParaRPr lang="en-US"/>
        </a:p>
      </dgm:t>
    </dgm:pt>
    <dgm:pt modelId="{3F105BB7-65E1-4972-A710-0BA1EBC0AFA3}" type="pres">
      <dgm:prSet presAssocID="{7EA1B052-39C8-4CC0-BCE9-EF32F2F47C9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F9228F8-11CC-45E6-BC20-250D64BF6D96}" type="pres">
      <dgm:prSet presAssocID="{330A398F-AD6F-4358-BA40-1BD9D268F362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3FE861-6E3B-473A-A87A-2AEB479462E2}" type="pres">
      <dgm:prSet presAssocID="{5C087CB8-A241-4D52-979E-F14C81F81AC1}" presName="sibTrans" presStyleCnt="0"/>
      <dgm:spPr/>
    </dgm:pt>
    <dgm:pt modelId="{4E3E76E5-AF69-415D-AFAC-AA135AB7B042}" type="pres">
      <dgm:prSet presAssocID="{DC8F5F2F-5FF2-4890-8E1B-217A20740E3C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6428C39-D5D3-4DEB-9CA7-7CF8FF7EE011}" type="pres">
      <dgm:prSet presAssocID="{C55D08D9-EAE7-4B7A-B71E-1EED2209AEEC}" presName="sibTrans" presStyleCnt="0"/>
      <dgm:spPr/>
    </dgm:pt>
    <dgm:pt modelId="{BF78826A-9113-4B53-9DBC-6E5E4BB8A2C0}" type="pres">
      <dgm:prSet presAssocID="{9E28E35D-1E35-4CFD-A54C-B407EC72A122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A31DE8-06B8-4119-81BB-64EA0EBE8E58}" type="pres">
      <dgm:prSet presAssocID="{EE3FAE44-7AE6-458E-B0AD-0FE8089C4DC9}" presName="sibTrans" presStyleCnt="0"/>
      <dgm:spPr/>
    </dgm:pt>
    <dgm:pt modelId="{496E001D-EAE3-46C9-9CAF-608C1555F1F9}" type="pres">
      <dgm:prSet presAssocID="{E1E1538D-7541-4F98-AB01-C5D7BE4F451D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0D6D9AD-4B93-4D96-9CA1-D52ACCF298DE}" type="presOf" srcId="{E1E1538D-7541-4F98-AB01-C5D7BE4F451D}" destId="{496E001D-EAE3-46C9-9CAF-608C1555F1F9}" srcOrd="0" destOrd="0" presId="urn:microsoft.com/office/officeart/2005/8/layout/default"/>
    <dgm:cxn modelId="{E916EC7B-D240-4423-95F7-1BF71739D38F}" type="presOf" srcId="{9E28E35D-1E35-4CFD-A54C-B407EC72A122}" destId="{BF78826A-9113-4B53-9DBC-6E5E4BB8A2C0}" srcOrd="0" destOrd="0" presId="urn:microsoft.com/office/officeart/2005/8/layout/default"/>
    <dgm:cxn modelId="{BC3D5275-7CFB-438C-BBEE-E19D5D6FD706}" srcId="{7EA1B052-39C8-4CC0-BCE9-EF32F2F47C98}" destId="{9E28E35D-1E35-4CFD-A54C-B407EC72A122}" srcOrd="2" destOrd="0" parTransId="{1622B95B-05B8-4845-9575-F4BF02C36F0B}" sibTransId="{EE3FAE44-7AE6-458E-B0AD-0FE8089C4DC9}"/>
    <dgm:cxn modelId="{10BECAB7-3320-4E72-823B-B0D2E35CE01C}" type="presOf" srcId="{330A398F-AD6F-4358-BA40-1BD9D268F362}" destId="{9F9228F8-11CC-45E6-BC20-250D64BF6D96}" srcOrd="0" destOrd="0" presId="urn:microsoft.com/office/officeart/2005/8/layout/default"/>
    <dgm:cxn modelId="{A0AA0C3D-4116-4408-A1F1-1E90C687C160}" type="presOf" srcId="{7EA1B052-39C8-4CC0-BCE9-EF32F2F47C98}" destId="{3F105BB7-65E1-4972-A710-0BA1EBC0AFA3}" srcOrd="0" destOrd="0" presId="urn:microsoft.com/office/officeart/2005/8/layout/default"/>
    <dgm:cxn modelId="{DA55E7DA-C8B0-4624-A3CF-9C81B8B855F2}" srcId="{7EA1B052-39C8-4CC0-BCE9-EF32F2F47C98}" destId="{330A398F-AD6F-4358-BA40-1BD9D268F362}" srcOrd="0" destOrd="0" parTransId="{FE1D12B0-8575-4D07-B452-F657E6BC5CCA}" sibTransId="{5C087CB8-A241-4D52-979E-F14C81F81AC1}"/>
    <dgm:cxn modelId="{31D54401-9383-4085-8E84-4BB5EA60D902}" srcId="{7EA1B052-39C8-4CC0-BCE9-EF32F2F47C98}" destId="{E1E1538D-7541-4F98-AB01-C5D7BE4F451D}" srcOrd="3" destOrd="0" parTransId="{279BA53B-6688-409F-A912-F2C9D0FFD815}" sibTransId="{98067DC8-BDC4-41BC-B727-73F4834B4935}"/>
    <dgm:cxn modelId="{8B066D76-98BC-4E64-A901-6F2D5B8C31C8}" srcId="{7EA1B052-39C8-4CC0-BCE9-EF32F2F47C98}" destId="{DC8F5F2F-5FF2-4890-8E1B-217A20740E3C}" srcOrd="1" destOrd="0" parTransId="{434BEE1F-F60D-44EC-AA78-866F9E9CA149}" sibTransId="{C55D08D9-EAE7-4B7A-B71E-1EED2209AEEC}"/>
    <dgm:cxn modelId="{349431AF-FD54-460A-AD81-BD303C396618}" type="presOf" srcId="{DC8F5F2F-5FF2-4890-8E1B-217A20740E3C}" destId="{4E3E76E5-AF69-415D-AFAC-AA135AB7B042}" srcOrd="0" destOrd="0" presId="urn:microsoft.com/office/officeart/2005/8/layout/default"/>
    <dgm:cxn modelId="{718C21A6-91FE-47B8-8E48-3E7145A221B0}" type="presParOf" srcId="{3F105BB7-65E1-4972-A710-0BA1EBC0AFA3}" destId="{9F9228F8-11CC-45E6-BC20-250D64BF6D96}" srcOrd="0" destOrd="0" presId="urn:microsoft.com/office/officeart/2005/8/layout/default"/>
    <dgm:cxn modelId="{E703BCF0-8571-4A71-9D0D-BA02998A666D}" type="presParOf" srcId="{3F105BB7-65E1-4972-A710-0BA1EBC0AFA3}" destId="{4A3FE861-6E3B-473A-A87A-2AEB479462E2}" srcOrd="1" destOrd="0" presId="urn:microsoft.com/office/officeart/2005/8/layout/default"/>
    <dgm:cxn modelId="{283843B6-5945-458C-B19C-F02EAE343517}" type="presParOf" srcId="{3F105BB7-65E1-4972-A710-0BA1EBC0AFA3}" destId="{4E3E76E5-AF69-415D-AFAC-AA135AB7B042}" srcOrd="2" destOrd="0" presId="urn:microsoft.com/office/officeart/2005/8/layout/default"/>
    <dgm:cxn modelId="{75767C61-4277-4E29-9B37-98EE74EEE323}" type="presParOf" srcId="{3F105BB7-65E1-4972-A710-0BA1EBC0AFA3}" destId="{06428C39-D5D3-4DEB-9CA7-7CF8FF7EE011}" srcOrd="3" destOrd="0" presId="urn:microsoft.com/office/officeart/2005/8/layout/default"/>
    <dgm:cxn modelId="{7A0A4727-A1E0-44A2-8A2D-AED8674388E9}" type="presParOf" srcId="{3F105BB7-65E1-4972-A710-0BA1EBC0AFA3}" destId="{BF78826A-9113-4B53-9DBC-6E5E4BB8A2C0}" srcOrd="4" destOrd="0" presId="urn:microsoft.com/office/officeart/2005/8/layout/default"/>
    <dgm:cxn modelId="{BD6543B6-9F28-4D19-8878-956F9AB2C9B4}" type="presParOf" srcId="{3F105BB7-65E1-4972-A710-0BA1EBC0AFA3}" destId="{7CA31DE8-06B8-4119-81BB-64EA0EBE8E58}" srcOrd="5" destOrd="0" presId="urn:microsoft.com/office/officeart/2005/8/layout/default"/>
    <dgm:cxn modelId="{37232FAF-ADFE-4DD6-9F5F-9B6CFFBBCB9C}" type="presParOf" srcId="{3F105BB7-65E1-4972-A710-0BA1EBC0AFA3}" destId="{496E001D-EAE3-46C9-9CAF-608C1555F1F9}" srcOrd="6" destOrd="0" presId="urn:microsoft.com/office/officeart/2005/8/layout/default"/>
  </dgm:cxnLst>
  <dgm:bg/>
  <dgm:whole/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AF8B8DA-0237-4364-BDA5-64D10B3E8735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238E3BB-E7A1-4A43-9CB6-5D8536F63E04}">
      <dgm:prSet phldrT="[Text]"/>
      <dgm:spPr/>
      <dgm:t>
        <a:bodyPr/>
        <a:lstStyle/>
        <a:p>
          <a:r>
            <a:rPr lang="en-US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SOFTWARE REQUIREMENTS</a:t>
          </a:r>
          <a:endParaRPr lang="en-US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gm:t>
    </dgm:pt>
    <dgm:pt modelId="{2463CFD2-5EE0-43C0-9E17-E416F7CDD8C2}" type="parTrans" cxnId="{857BDBF9-7D48-456A-9FD6-2848B2313D9B}">
      <dgm:prSet/>
      <dgm:spPr/>
      <dgm:t>
        <a:bodyPr/>
        <a:lstStyle/>
        <a:p>
          <a:endParaRPr lang="en-US"/>
        </a:p>
      </dgm:t>
    </dgm:pt>
    <dgm:pt modelId="{118E2FD7-586D-4FB0-837A-9EAE93BE2DDC}" type="sibTrans" cxnId="{857BDBF9-7D48-456A-9FD6-2848B2313D9B}">
      <dgm:prSet/>
      <dgm:spPr/>
      <dgm:t>
        <a:bodyPr/>
        <a:lstStyle/>
        <a:p>
          <a:endParaRPr lang="en-US"/>
        </a:p>
      </dgm:t>
    </dgm:pt>
    <dgm:pt modelId="{F13E4CB4-C6C5-44C7-9C8F-F09752A709FF}">
      <dgm:prSet phldrT="[Text]" custT="1"/>
      <dgm:spPr/>
      <dgm:t>
        <a:bodyPr/>
        <a:lstStyle/>
        <a:p>
          <a:r>
            <a:rPr lang="en-IN" sz="2000" b="1" smtClean="0">
              <a:effectLst/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  <a:sym typeface="+mn-ea"/>
            </a:rPr>
            <a:t>Operating System  :  </a:t>
          </a:r>
          <a:r>
            <a:rPr lang="en-IN" sz="2000" smtClean="0">
              <a:effectLst/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  <a:sym typeface="+mn-ea"/>
            </a:rPr>
            <a:t>Windows 10/11 or MAC OS. </a:t>
          </a:r>
          <a:endParaRPr lang="en-US" sz="2000" dirty="0">
            <a:latin typeface="Times New Roman" pitchFamily="18" charset="0"/>
            <a:cs typeface="Times New Roman" pitchFamily="18" charset="0"/>
          </a:endParaRPr>
        </a:p>
      </dgm:t>
    </dgm:pt>
    <dgm:pt modelId="{4AAC169F-2D15-44B1-BEBD-533A9C5B5579}" type="parTrans" cxnId="{B8A06E11-1AC3-4D1B-B99B-8D4057ACACFC}">
      <dgm:prSet/>
      <dgm:spPr/>
      <dgm:t>
        <a:bodyPr/>
        <a:lstStyle/>
        <a:p>
          <a:endParaRPr lang="en-US"/>
        </a:p>
      </dgm:t>
    </dgm:pt>
    <dgm:pt modelId="{409DC62D-96B0-42CC-82C1-7B0F6E5A4C31}" type="sibTrans" cxnId="{B8A06E11-1AC3-4D1B-B99B-8D4057ACACFC}">
      <dgm:prSet/>
      <dgm:spPr/>
      <dgm:t>
        <a:bodyPr/>
        <a:lstStyle/>
        <a:p>
          <a:endParaRPr lang="en-US"/>
        </a:p>
      </dgm:t>
    </dgm:pt>
    <dgm:pt modelId="{F9E87C8E-CA1A-4F59-AE70-8D86A89E49F5}">
      <dgm:prSet phldrT="[Text]"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HARDWARE REQUIREMENTS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3C5E9B77-E31B-48F9-BD2C-4397678F9D40}" type="parTrans" cxnId="{587F1CF6-BCAE-4EF8-AA78-D003154FE9D8}">
      <dgm:prSet/>
      <dgm:spPr/>
      <dgm:t>
        <a:bodyPr/>
        <a:lstStyle/>
        <a:p>
          <a:endParaRPr lang="en-US"/>
        </a:p>
      </dgm:t>
    </dgm:pt>
    <dgm:pt modelId="{0E60697F-7B96-4D87-9A98-1FB6E1F934F4}" type="sibTrans" cxnId="{587F1CF6-BCAE-4EF8-AA78-D003154FE9D8}">
      <dgm:prSet/>
      <dgm:spPr/>
      <dgm:t>
        <a:bodyPr/>
        <a:lstStyle/>
        <a:p>
          <a:endParaRPr lang="en-US"/>
        </a:p>
      </dgm:t>
    </dgm:pt>
    <dgm:pt modelId="{4CEFB8A5-0FB8-4483-8A34-D1C31CB7BB13}">
      <dgm:prSet phldrT="[Text]" custT="1"/>
      <dgm:spPr/>
      <dgm:t>
        <a:bodyPr/>
        <a:lstStyle/>
        <a:p>
          <a:r>
            <a:rPr lang="en-IN" sz="2000" b="1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rPr>
            <a:t>Processor   :   </a:t>
          </a:r>
          <a:r>
            <a:rPr lang="en-IN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rPr>
            <a:t>Intel core i3 and above</a:t>
          </a:r>
          <a:endParaRPr lang="en-US" sz="2000" dirty="0"/>
        </a:p>
      </dgm:t>
    </dgm:pt>
    <dgm:pt modelId="{A0F27DEC-72F6-49D9-AF92-D5E986D941E1}" type="parTrans" cxnId="{C1338996-B703-415B-9CB3-1A344E198608}">
      <dgm:prSet/>
      <dgm:spPr/>
      <dgm:t>
        <a:bodyPr/>
        <a:lstStyle/>
        <a:p>
          <a:endParaRPr lang="en-US"/>
        </a:p>
      </dgm:t>
    </dgm:pt>
    <dgm:pt modelId="{659E11A7-853A-46C3-B87A-1070B02FF95A}" type="sibTrans" cxnId="{C1338996-B703-415B-9CB3-1A344E198608}">
      <dgm:prSet/>
      <dgm:spPr/>
      <dgm:t>
        <a:bodyPr/>
        <a:lstStyle/>
        <a:p>
          <a:endParaRPr lang="en-US"/>
        </a:p>
      </dgm:t>
    </dgm:pt>
    <dgm:pt modelId="{3119670A-8C7D-4919-A909-F7E4BD598855}">
      <dgm:prSet custT="1"/>
      <dgm:spPr/>
      <dgm:t>
        <a:bodyPr/>
        <a:lstStyle/>
        <a:p>
          <a:r>
            <a:rPr lang="en-IN" sz="2000" b="1" smtClean="0">
              <a:effectLst/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  <a:sym typeface="+mn-ea"/>
            </a:rPr>
            <a:t>Platform  :  </a:t>
          </a:r>
          <a:r>
            <a:rPr lang="en-IN" sz="2000" smtClean="0">
              <a:effectLst/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  <a:sym typeface="+mn-ea"/>
            </a:rPr>
            <a:t>Google colab, PyCharm IDE </a:t>
          </a:r>
          <a:endParaRPr lang="en-IN" sz="2000" dirty="0">
            <a:effectLst/>
            <a:latin typeface="Times New Roman" pitchFamily="18" charset="0"/>
            <a:cs typeface="Times New Roman" pitchFamily="18" charset="0"/>
          </a:endParaRPr>
        </a:p>
      </dgm:t>
    </dgm:pt>
    <dgm:pt modelId="{E39085A1-8A9B-4C41-8947-19AB61CBD75D}" type="parTrans" cxnId="{C99E20ED-3ACA-4D22-AE43-38C0C43A8EDE}">
      <dgm:prSet/>
      <dgm:spPr/>
      <dgm:t>
        <a:bodyPr/>
        <a:lstStyle/>
        <a:p>
          <a:endParaRPr lang="en-US"/>
        </a:p>
      </dgm:t>
    </dgm:pt>
    <dgm:pt modelId="{A62CEB5E-E16D-4D08-AEDA-DA265E04B9C5}" type="sibTrans" cxnId="{C99E20ED-3ACA-4D22-AE43-38C0C43A8EDE}">
      <dgm:prSet/>
      <dgm:spPr/>
      <dgm:t>
        <a:bodyPr/>
        <a:lstStyle/>
        <a:p>
          <a:endParaRPr lang="en-US"/>
        </a:p>
      </dgm:t>
    </dgm:pt>
    <dgm:pt modelId="{77AC4CB9-324D-4008-9815-C962E205D181}">
      <dgm:prSet custT="1"/>
      <dgm:spPr/>
      <dgm:t>
        <a:bodyPr/>
        <a:lstStyle/>
        <a:p>
          <a:r>
            <a:rPr lang="en-IN" sz="2000" b="1" smtClean="0">
              <a:effectLst/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  <a:sym typeface="+mn-ea"/>
            </a:rPr>
            <a:t>Programming Language  :  </a:t>
          </a:r>
          <a:r>
            <a:rPr lang="en-IN" sz="2000" spc="50" smtClean="0">
              <a:effectLst/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  <a:sym typeface="+mn-ea"/>
            </a:rPr>
            <a:t>Py</a:t>
          </a:r>
          <a:r>
            <a:rPr lang="en-IN" sz="2000" smtClean="0">
              <a:effectLst/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  <a:sym typeface="+mn-ea"/>
            </a:rPr>
            <a:t>thon, SQL</a:t>
          </a:r>
          <a:endParaRPr lang="en-IN" sz="2000" dirty="0">
            <a:effectLst/>
            <a:latin typeface="Times New Roman" pitchFamily="18" charset="0"/>
            <a:cs typeface="Times New Roman" pitchFamily="18" charset="0"/>
          </a:endParaRPr>
        </a:p>
      </dgm:t>
    </dgm:pt>
    <dgm:pt modelId="{DE8C9454-B8D5-4679-B8FC-ED010F202488}" type="parTrans" cxnId="{C3173E22-6D4E-49F0-98BF-4EEE1B1CFE4D}">
      <dgm:prSet/>
      <dgm:spPr/>
      <dgm:t>
        <a:bodyPr/>
        <a:lstStyle/>
        <a:p>
          <a:endParaRPr lang="en-US"/>
        </a:p>
      </dgm:t>
    </dgm:pt>
    <dgm:pt modelId="{B1638402-ABD1-46A7-BCE4-56C04FE2B116}" type="sibTrans" cxnId="{C3173E22-6D4E-49F0-98BF-4EEE1B1CFE4D}">
      <dgm:prSet/>
      <dgm:spPr/>
      <dgm:t>
        <a:bodyPr/>
        <a:lstStyle/>
        <a:p>
          <a:endParaRPr lang="en-US"/>
        </a:p>
      </dgm:t>
    </dgm:pt>
    <dgm:pt modelId="{FCAB00B1-36C6-4D77-814E-D640DB5EF33C}">
      <dgm:prSet/>
      <dgm:spPr/>
      <dgm:t>
        <a:bodyPr/>
        <a:lstStyle/>
        <a:p>
          <a:endParaRPr lang="en-US" sz="2600" dirty="0"/>
        </a:p>
      </dgm:t>
    </dgm:pt>
    <dgm:pt modelId="{607C0C39-F938-4911-959F-803DA13FAA0F}" type="parTrans" cxnId="{CBEBE0F6-545A-43F7-BA57-5615E3B0FAFB}">
      <dgm:prSet/>
      <dgm:spPr/>
      <dgm:t>
        <a:bodyPr/>
        <a:lstStyle/>
        <a:p>
          <a:endParaRPr lang="en-US"/>
        </a:p>
      </dgm:t>
    </dgm:pt>
    <dgm:pt modelId="{D60C2B16-9580-4130-9A64-F14D5419D2D2}" type="sibTrans" cxnId="{CBEBE0F6-545A-43F7-BA57-5615E3B0FAFB}">
      <dgm:prSet/>
      <dgm:spPr/>
      <dgm:t>
        <a:bodyPr/>
        <a:lstStyle/>
        <a:p>
          <a:endParaRPr lang="en-US"/>
        </a:p>
      </dgm:t>
    </dgm:pt>
    <dgm:pt modelId="{2630FF90-E743-4FF1-A26C-37F05E818EBF}">
      <dgm:prSet custT="1"/>
      <dgm:spPr/>
      <dgm:t>
        <a:bodyPr/>
        <a:lstStyle/>
        <a:p>
          <a:r>
            <a:rPr lang="en-IN" sz="2000" b="1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rPr>
            <a:t>Hard Disk   :  </a:t>
          </a:r>
          <a:r>
            <a:rPr lang="en-IN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rPr>
            <a:t>1 TB or above.</a:t>
          </a:r>
          <a:endParaRPr lang="en-IN" sz="2000" dirty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  <a:sym typeface="+mn-ea"/>
          </a:endParaRPr>
        </a:p>
      </dgm:t>
    </dgm:pt>
    <dgm:pt modelId="{29292A8D-3734-45FF-8A66-11717A3EB52B}" type="parTrans" cxnId="{BCE6A04B-3489-4CEB-BA8F-2D1D3B64582B}">
      <dgm:prSet/>
      <dgm:spPr/>
      <dgm:t>
        <a:bodyPr/>
        <a:lstStyle/>
        <a:p>
          <a:endParaRPr lang="en-US"/>
        </a:p>
      </dgm:t>
    </dgm:pt>
    <dgm:pt modelId="{7B6D3CAD-EAD8-440E-B0D1-8C02F9BD91B9}" type="sibTrans" cxnId="{BCE6A04B-3489-4CEB-BA8F-2D1D3B64582B}">
      <dgm:prSet/>
      <dgm:spPr/>
      <dgm:t>
        <a:bodyPr/>
        <a:lstStyle/>
        <a:p>
          <a:endParaRPr lang="en-US"/>
        </a:p>
      </dgm:t>
    </dgm:pt>
    <dgm:pt modelId="{089D7F55-3713-4D44-9589-887D444FF1DB}">
      <dgm:prSet custT="1"/>
      <dgm:spPr/>
      <dgm:t>
        <a:bodyPr/>
        <a:lstStyle/>
        <a:p>
          <a:r>
            <a:rPr lang="en-IN" sz="2000" b="1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rPr>
            <a:t>RAM   :   </a:t>
          </a:r>
          <a:r>
            <a:rPr lang="en-IN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rPr>
            <a:t>4 GB or above.</a:t>
          </a:r>
          <a:endParaRPr lang="en-IN" sz="2000" dirty="0">
            <a:effectLst/>
            <a:latin typeface="Calibri" panose="020F0502020204030204" pitchFamily="34" charset="0"/>
            <a:cs typeface="Times New Roman" panose="02020603050405020304" pitchFamily="18" charset="0"/>
          </a:endParaRPr>
        </a:p>
      </dgm:t>
    </dgm:pt>
    <dgm:pt modelId="{1A9D73EE-D2EC-4647-A817-262E7A11B748}" type="parTrans" cxnId="{5835E104-72B3-4CBF-9EAA-966F68E4723F}">
      <dgm:prSet/>
      <dgm:spPr/>
      <dgm:t>
        <a:bodyPr/>
        <a:lstStyle/>
        <a:p>
          <a:endParaRPr lang="en-US"/>
        </a:p>
      </dgm:t>
    </dgm:pt>
    <dgm:pt modelId="{78B1613B-F02D-4211-8629-E1DA2BDFB6E9}" type="sibTrans" cxnId="{5835E104-72B3-4CBF-9EAA-966F68E4723F}">
      <dgm:prSet/>
      <dgm:spPr/>
      <dgm:t>
        <a:bodyPr/>
        <a:lstStyle/>
        <a:p>
          <a:endParaRPr lang="en-US"/>
        </a:p>
      </dgm:t>
    </dgm:pt>
    <dgm:pt modelId="{AD6249B8-D0A1-4DBF-8840-A7D2CE1BEC27}" type="pres">
      <dgm:prSet presAssocID="{1AF8B8DA-0237-4364-BDA5-64D10B3E873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916D1FC-6301-48EC-9CC5-B6162ABCB2FE}" type="pres">
      <dgm:prSet presAssocID="{7238E3BB-E7A1-4A43-9CB6-5D8536F63E04}" presName="composite" presStyleCnt="0"/>
      <dgm:spPr/>
    </dgm:pt>
    <dgm:pt modelId="{4476D8C6-3C3A-4C1B-92E7-80933A63CD87}" type="pres">
      <dgm:prSet presAssocID="{7238E3BB-E7A1-4A43-9CB6-5D8536F63E0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BCA4D7-463B-474C-B8CF-BC64B1161BAD}" type="pres">
      <dgm:prSet presAssocID="{7238E3BB-E7A1-4A43-9CB6-5D8536F63E04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73C78B-03E6-4AC9-8AC5-EB46F1D99441}" type="pres">
      <dgm:prSet presAssocID="{118E2FD7-586D-4FB0-837A-9EAE93BE2DDC}" presName="space" presStyleCnt="0"/>
      <dgm:spPr/>
    </dgm:pt>
    <dgm:pt modelId="{8B859839-670B-4AE2-9F57-4BDFB3148D9E}" type="pres">
      <dgm:prSet presAssocID="{F9E87C8E-CA1A-4F59-AE70-8D86A89E49F5}" presName="composite" presStyleCnt="0"/>
      <dgm:spPr/>
    </dgm:pt>
    <dgm:pt modelId="{08F93A0E-3ECF-4C7B-8B9D-C792AD40B0B8}" type="pres">
      <dgm:prSet presAssocID="{F9E87C8E-CA1A-4F59-AE70-8D86A89E49F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85CF86-5509-4F20-88CC-05BA3B14B02C}" type="pres">
      <dgm:prSet presAssocID="{F9E87C8E-CA1A-4F59-AE70-8D86A89E49F5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C3FEB58-4D81-41EE-A6A5-2CA00D6BD9E1}" type="presOf" srcId="{2630FF90-E743-4FF1-A26C-37F05E818EBF}" destId="{5185CF86-5509-4F20-88CC-05BA3B14B02C}" srcOrd="0" destOrd="1" presId="urn:microsoft.com/office/officeart/2005/8/layout/hList1"/>
    <dgm:cxn modelId="{CAFD00B7-61F5-48FF-9186-3CB28B633E42}" type="presOf" srcId="{77AC4CB9-324D-4008-9815-C962E205D181}" destId="{FDBCA4D7-463B-474C-B8CF-BC64B1161BAD}" srcOrd="0" destOrd="2" presId="urn:microsoft.com/office/officeart/2005/8/layout/hList1"/>
    <dgm:cxn modelId="{CBEBE0F6-545A-43F7-BA57-5615E3B0FAFB}" srcId="{7238E3BB-E7A1-4A43-9CB6-5D8536F63E04}" destId="{FCAB00B1-36C6-4D77-814E-D640DB5EF33C}" srcOrd="3" destOrd="0" parTransId="{607C0C39-F938-4911-959F-803DA13FAA0F}" sibTransId="{D60C2B16-9580-4130-9A64-F14D5419D2D2}"/>
    <dgm:cxn modelId="{58417E5E-C597-4138-A8FF-6B6FD3888529}" type="presOf" srcId="{1AF8B8DA-0237-4364-BDA5-64D10B3E8735}" destId="{AD6249B8-D0A1-4DBF-8840-A7D2CE1BEC27}" srcOrd="0" destOrd="0" presId="urn:microsoft.com/office/officeart/2005/8/layout/hList1"/>
    <dgm:cxn modelId="{C99E20ED-3ACA-4D22-AE43-38C0C43A8EDE}" srcId="{7238E3BB-E7A1-4A43-9CB6-5D8536F63E04}" destId="{3119670A-8C7D-4919-A909-F7E4BD598855}" srcOrd="1" destOrd="0" parTransId="{E39085A1-8A9B-4C41-8947-19AB61CBD75D}" sibTransId="{A62CEB5E-E16D-4D08-AEDA-DA265E04B9C5}"/>
    <dgm:cxn modelId="{6045F178-F77B-4DB8-A435-99A02CC0C643}" type="presOf" srcId="{7238E3BB-E7A1-4A43-9CB6-5D8536F63E04}" destId="{4476D8C6-3C3A-4C1B-92E7-80933A63CD87}" srcOrd="0" destOrd="0" presId="urn:microsoft.com/office/officeart/2005/8/layout/hList1"/>
    <dgm:cxn modelId="{587F1CF6-BCAE-4EF8-AA78-D003154FE9D8}" srcId="{1AF8B8DA-0237-4364-BDA5-64D10B3E8735}" destId="{F9E87C8E-CA1A-4F59-AE70-8D86A89E49F5}" srcOrd="1" destOrd="0" parTransId="{3C5E9B77-E31B-48F9-BD2C-4397678F9D40}" sibTransId="{0E60697F-7B96-4D87-9A98-1FB6E1F934F4}"/>
    <dgm:cxn modelId="{DC9815FB-90AF-4B5F-A304-2BB6785651DA}" type="presOf" srcId="{F13E4CB4-C6C5-44C7-9C8F-F09752A709FF}" destId="{FDBCA4D7-463B-474C-B8CF-BC64B1161BAD}" srcOrd="0" destOrd="0" presId="urn:microsoft.com/office/officeart/2005/8/layout/hList1"/>
    <dgm:cxn modelId="{69C5455E-422F-4D68-B557-2F3C16BF82E3}" type="presOf" srcId="{3119670A-8C7D-4919-A909-F7E4BD598855}" destId="{FDBCA4D7-463B-474C-B8CF-BC64B1161BAD}" srcOrd="0" destOrd="1" presId="urn:microsoft.com/office/officeart/2005/8/layout/hList1"/>
    <dgm:cxn modelId="{C3173E22-6D4E-49F0-98BF-4EEE1B1CFE4D}" srcId="{7238E3BB-E7A1-4A43-9CB6-5D8536F63E04}" destId="{77AC4CB9-324D-4008-9815-C962E205D181}" srcOrd="2" destOrd="0" parTransId="{DE8C9454-B8D5-4679-B8FC-ED010F202488}" sibTransId="{B1638402-ABD1-46A7-BCE4-56C04FE2B116}"/>
    <dgm:cxn modelId="{5835E104-72B3-4CBF-9EAA-966F68E4723F}" srcId="{F9E87C8E-CA1A-4F59-AE70-8D86A89E49F5}" destId="{089D7F55-3713-4D44-9589-887D444FF1DB}" srcOrd="2" destOrd="0" parTransId="{1A9D73EE-D2EC-4647-A817-262E7A11B748}" sibTransId="{78B1613B-F02D-4211-8629-E1DA2BDFB6E9}"/>
    <dgm:cxn modelId="{857BDBF9-7D48-456A-9FD6-2848B2313D9B}" srcId="{1AF8B8DA-0237-4364-BDA5-64D10B3E8735}" destId="{7238E3BB-E7A1-4A43-9CB6-5D8536F63E04}" srcOrd="0" destOrd="0" parTransId="{2463CFD2-5EE0-43C0-9E17-E416F7CDD8C2}" sibTransId="{118E2FD7-586D-4FB0-837A-9EAE93BE2DDC}"/>
    <dgm:cxn modelId="{B8A06E11-1AC3-4D1B-B99B-8D4057ACACFC}" srcId="{7238E3BB-E7A1-4A43-9CB6-5D8536F63E04}" destId="{F13E4CB4-C6C5-44C7-9C8F-F09752A709FF}" srcOrd="0" destOrd="0" parTransId="{4AAC169F-2D15-44B1-BEBD-533A9C5B5579}" sibTransId="{409DC62D-96B0-42CC-82C1-7B0F6E5A4C31}"/>
    <dgm:cxn modelId="{F42D5F63-F5C7-4341-8928-925E5430D6B4}" type="presOf" srcId="{4CEFB8A5-0FB8-4483-8A34-D1C31CB7BB13}" destId="{5185CF86-5509-4F20-88CC-05BA3B14B02C}" srcOrd="0" destOrd="0" presId="urn:microsoft.com/office/officeart/2005/8/layout/hList1"/>
    <dgm:cxn modelId="{C8E449BE-F859-4001-B148-E7488B61B66D}" type="presOf" srcId="{FCAB00B1-36C6-4D77-814E-D640DB5EF33C}" destId="{FDBCA4D7-463B-474C-B8CF-BC64B1161BAD}" srcOrd="0" destOrd="3" presId="urn:microsoft.com/office/officeart/2005/8/layout/hList1"/>
    <dgm:cxn modelId="{BCE6A04B-3489-4CEB-BA8F-2D1D3B64582B}" srcId="{F9E87C8E-CA1A-4F59-AE70-8D86A89E49F5}" destId="{2630FF90-E743-4FF1-A26C-37F05E818EBF}" srcOrd="1" destOrd="0" parTransId="{29292A8D-3734-45FF-8A66-11717A3EB52B}" sibTransId="{7B6D3CAD-EAD8-440E-B0D1-8C02F9BD91B9}"/>
    <dgm:cxn modelId="{F9E1A34B-E801-4467-B308-028E1F845366}" type="presOf" srcId="{F9E87C8E-CA1A-4F59-AE70-8D86A89E49F5}" destId="{08F93A0E-3ECF-4C7B-8B9D-C792AD40B0B8}" srcOrd="0" destOrd="0" presId="urn:microsoft.com/office/officeart/2005/8/layout/hList1"/>
    <dgm:cxn modelId="{C1338996-B703-415B-9CB3-1A344E198608}" srcId="{F9E87C8E-CA1A-4F59-AE70-8D86A89E49F5}" destId="{4CEFB8A5-0FB8-4483-8A34-D1C31CB7BB13}" srcOrd="0" destOrd="0" parTransId="{A0F27DEC-72F6-49D9-AF92-D5E986D941E1}" sibTransId="{659E11A7-853A-46C3-B87A-1070B02FF95A}"/>
    <dgm:cxn modelId="{051F5C5B-6CA9-472E-BC9C-B2D1311AB705}" type="presOf" srcId="{089D7F55-3713-4D44-9589-887D444FF1DB}" destId="{5185CF86-5509-4F20-88CC-05BA3B14B02C}" srcOrd="0" destOrd="2" presId="urn:microsoft.com/office/officeart/2005/8/layout/hList1"/>
    <dgm:cxn modelId="{CB9CF747-AD4B-42FC-9CBE-83700657FAAF}" type="presParOf" srcId="{AD6249B8-D0A1-4DBF-8840-A7D2CE1BEC27}" destId="{5916D1FC-6301-48EC-9CC5-B6162ABCB2FE}" srcOrd="0" destOrd="0" presId="urn:microsoft.com/office/officeart/2005/8/layout/hList1"/>
    <dgm:cxn modelId="{F4D2ED9C-F740-4574-9694-D0F64BCB2445}" type="presParOf" srcId="{5916D1FC-6301-48EC-9CC5-B6162ABCB2FE}" destId="{4476D8C6-3C3A-4C1B-92E7-80933A63CD87}" srcOrd="0" destOrd="0" presId="urn:microsoft.com/office/officeart/2005/8/layout/hList1"/>
    <dgm:cxn modelId="{811083A6-C63C-471C-B7EC-1AF1E923CBBB}" type="presParOf" srcId="{5916D1FC-6301-48EC-9CC5-B6162ABCB2FE}" destId="{FDBCA4D7-463B-474C-B8CF-BC64B1161BAD}" srcOrd="1" destOrd="0" presId="urn:microsoft.com/office/officeart/2005/8/layout/hList1"/>
    <dgm:cxn modelId="{22EE140A-9DA0-4D3E-89AE-213BBAA0C027}" type="presParOf" srcId="{AD6249B8-D0A1-4DBF-8840-A7D2CE1BEC27}" destId="{C973C78B-03E6-4AC9-8AC5-EB46F1D99441}" srcOrd="1" destOrd="0" presId="urn:microsoft.com/office/officeart/2005/8/layout/hList1"/>
    <dgm:cxn modelId="{A39353C5-2DF4-4C1B-B8CA-BC63AAC02E97}" type="presParOf" srcId="{AD6249B8-D0A1-4DBF-8840-A7D2CE1BEC27}" destId="{8B859839-670B-4AE2-9F57-4BDFB3148D9E}" srcOrd="2" destOrd="0" presId="urn:microsoft.com/office/officeart/2005/8/layout/hList1"/>
    <dgm:cxn modelId="{C95C3802-EAE1-48E6-86F9-0A401F32A80A}" type="presParOf" srcId="{8B859839-670B-4AE2-9F57-4BDFB3148D9E}" destId="{08F93A0E-3ECF-4C7B-8B9D-C792AD40B0B8}" srcOrd="0" destOrd="0" presId="urn:microsoft.com/office/officeart/2005/8/layout/hList1"/>
    <dgm:cxn modelId="{DEC3C7C1-7D2D-45F2-BEA2-4238259378FB}" type="presParOf" srcId="{8B859839-670B-4AE2-9F57-4BDFB3148D9E}" destId="{5185CF86-5509-4F20-88CC-05BA3B14B02C}" srcOrd="1" destOrd="0" presId="urn:microsoft.com/office/officeart/2005/8/layout/hList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8E906-6DBB-4AF6-9FB1-57A7FA0C9878}" type="datetimeFigureOut">
              <a:rPr lang="en-US" smtClean="0"/>
              <a:pPr/>
              <a:t>11/24/2023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96A55-1AB9-4F87-92F9-CC394EAC1F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8E906-6DBB-4AF6-9FB1-57A7FA0C9878}" type="datetimeFigureOut">
              <a:rPr lang="en-US" smtClean="0"/>
              <a:pPr/>
              <a:t>11/24/2023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96A55-1AB9-4F87-92F9-CC394EAC1F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8E906-6DBB-4AF6-9FB1-57A7FA0C9878}" type="datetimeFigureOut">
              <a:rPr lang="en-US" smtClean="0"/>
              <a:pPr/>
              <a:t>11/24/2023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96A55-1AB9-4F87-92F9-CC394EAC1F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8E906-6DBB-4AF6-9FB1-57A7FA0C9878}" type="datetimeFigureOut">
              <a:rPr lang="en-US" smtClean="0"/>
              <a:pPr/>
              <a:t>11/24/2023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96A55-1AB9-4F87-92F9-CC394EAC1F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8E906-6DBB-4AF6-9FB1-57A7FA0C9878}" type="datetimeFigureOut">
              <a:rPr lang="en-US" smtClean="0"/>
              <a:pPr/>
              <a:t>11/24/2023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96A55-1AB9-4F87-92F9-CC394EAC1F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8E906-6DBB-4AF6-9FB1-57A7FA0C9878}" type="datetimeFigureOut">
              <a:rPr lang="en-US" smtClean="0"/>
              <a:pPr/>
              <a:t>11/24/2023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96A55-1AB9-4F87-92F9-CC394EAC1F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8E906-6DBB-4AF6-9FB1-57A7FA0C9878}" type="datetimeFigureOut">
              <a:rPr lang="en-US" smtClean="0"/>
              <a:pPr/>
              <a:t>11/24/2023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96A55-1AB9-4F87-92F9-CC394EAC1F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8E906-6DBB-4AF6-9FB1-57A7FA0C9878}" type="datetimeFigureOut">
              <a:rPr lang="en-US" smtClean="0"/>
              <a:pPr/>
              <a:t>11/24/2023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96A55-1AB9-4F87-92F9-CC394EAC1F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8E906-6DBB-4AF6-9FB1-57A7FA0C9878}" type="datetimeFigureOut">
              <a:rPr lang="en-US" smtClean="0"/>
              <a:pPr/>
              <a:t>11/24/2023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96A55-1AB9-4F87-92F9-CC394EAC1F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8E906-6DBB-4AF6-9FB1-57A7FA0C9878}" type="datetimeFigureOut">
              <a:rPr lang="en-US" smtClean="0"/>
              <a:pPr/>
              <a:t>11/24/2023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96A55-1AB9-4F87-92F9-CC394EAC1F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8E906-6DBB-4AF6-9FB1-57A7FA0C9878}" type="datetimeFigureOut">
              <a:rPr lang="en-US" smtClean="0"/>
              <a:pPr/>
              <a:t>11/24/2023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96A55-1AB9-4F87-92F9-CC394EAC1F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8E906-6DBB-4AF6-9FB1-57A7FA0C9878}" type="datetimeFigureOut">
              <a:rPr lang="en-US" smtClean="0"/>
              <a:pPr/>
              <a:t>11/24/2023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96A55-1AB9-4F87-92F9-CC394EAC1F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Data" Target="../diagrams/data1.xml"/><Relationship Id="rId7" Type="http://schemas.openxmlformats.org/officeDocument/2006/relationships/diagramData" Target="../diagrams/data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diagramColors" Target="../diagrams/colors2.xml"/><Relationship Id="rId4" Type="http://schemas.openxmlformats.org/officeDocument/2006/relationships/diagramLayout" Target="../diagrams/layout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WhatsApp Image 2023-11-24 at 19.19.09_85852d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0"/>
            <a:ext cx="9296400" cy="815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5410200"/>
            <a:ext cx="7620000" cy="107721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n w="1905">
                  <a:solidFill>
                    <a:srgbClr val="92D050"/>
                  </a:solidFill>
                </a:ln>
                <a:solidFill>
                  <a:schemeClr val="accent6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CLIMATE</a:t>
            </a:r>
            <a:r>
              <a:rPr lang="en-US" sz="3200" b="1" dirty="0" smtClean="0">
                <a:ln w="1905">
                  <a:solidFill>
                    <a:srgbClr val="92D050"/>
                  </a:solidFill>
                </a:ln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CHANGE PREDICTION THROUGH TEMPERATURE CHANGE BY ML</a:t>
            </a:r>
            <a:endParaRPr lang="en-US" sz="3200" b="1" dirty="0">
              <a:ln w="1905">
                <a:solidFill>
                  <a:srgbClr val="92D050"/>
                </a:solidFill>
              </a:ln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hatsApp Image 2023-11-24 at 20.18.07_d2628cd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3400" y="0"/>
            <a:ext cx="10515600" cy="6858000"/>
          </a:xfrm>
          <a:prstGeom prst="rect">
            <a:avLst/>
          </a:prstGeom>
        </p:spPr>
      </p:pic>
      <p:graphicFrame>
        <p:nvGraphicFramePr>
          <p:cNvPr id="4" name="Diagram 3"/>
          <p:cNvGraphicFramePr/>
          <p:nvPr/>
        </p:nvGraphicFramePr>
        <p:xfrm>
          <a:off x="381000" y="609600"/>
          <a:ext cx="7924800" cy="594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/>
          <p:cNvGraphicFramePr/>
          <p:nvPr/>
        </p:nvGraphicFramePr>
        <p:xfrm>
          <a:off x="5715000" y="152400"/>
          <a:ext cx="2514600" cy="670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71600" y="2438400"/>
            <a:ext cx="3429000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CONTENTS:</a:t>
            </a:r>
            <a:endParaRPr lang="en-US" sz="4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52401"/>
            <a:ext cx="6477000" cy="10668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Diagram 3"/>
          <p:cNvGraphicFramePr/>
          <p:nvPr/>
        </p:nvGraphicFramePr>
        <p:xfrm>
          <a:off x="-228600" y="990600"/>
          <a:ext cx="4038600" cy="556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 descr="WhatsApp Image 2023-11-24 at 21.15.48_5874ef9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00" y="1143000"/>
            <a:ext cx="5562600" cy="525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atsApp Image 2023-11-24 at 20.05.23_c7d96a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457200"/>
            <a:ext cx="4495800" cy="685800"/>
          </a:xfrm>
          <a:solidFill>
            <a:schemeClr val="tx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4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Diagram 4"/>
          <p:cNvGraphicFramePr/>
          <p:nvPr/>
        </p:nvGraphicFramePr>
        <p:xfrm>
          <a:off x="6400800" y="1447800"/>
          <a:ext cx="24384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REQUIREMENTS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SYSTEM IMPLEMENTATION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4724400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Step 1: Import the required packages. </a:t>
            </a:r>
            <a:endParaRPr lang="en-US" kern="100" dirty="0" smtClean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Step 2: Download the dataset and link it to the </a:t>
            </a:r>
            <a:r>
              <a:rPr lang="en-US" kern="1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google</a:t>
            </a:r>
            <a:r>
              <a:rPr lang="en-US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kern="1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colab</a:t>
            </a:r>
            <a:r>
              <a:rPr lang="en-US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. </a:t>
            </a:r>
            <a:endParaRPr lang="en-US" kern="100" dirty="0" smtClean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Step 3: Read the dataset and perform operations on data. </a:t>
            </a:r>
            <a:endParaRPr lang="en-US" kern="100" dirty="0" smtClean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Step 4: Data cleaning. </a:t>
            </a:r>
            <a:endParaRPr lang="en-US" kern="100" dirty="0" smtClean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Step 5: Data Preprocessing.  </a:t>
            </a:r>
            <a:endParaRPr lang="en-US" kern="100" dirty="0" smtClean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Step 6: Saving the cleaned </a:t>
            </a:r>
            <a:r>
              <a:rPr lang="en-US" kern="1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campous</a:t>
            </a:r>
            <a:r>
              <a:rPr lang="en-US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data set after performing operations on data. </a:t>
            </a:r>
            <a:endParaRPr lang="en-US" kern="100" dirty="0" smtClean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Step 7: Start training the Machine learning Model. </a:t>
            </a:r>
            <a:endParaRPr lang="en-US" kern="100" dirty="0" smtClean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Step 8: Split features and target as x and y respectively. 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Step 9: Split the new data into 70% of Training data and 30% of Testing data.  </a:t>
            </a:r>
            <a:endParaRPr lang="en-US" kern="100" dirty="0" smtClean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24400" y="1828800"/>
            <a:ext cx="4114800" cy="4816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Step 10: Train the model with Training data and Testing data. </a:t>
            </a:r>
            <a:endParaRPr lang="en-US" sz="1400" kern="100" dirty="0" smtClean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Step 11: Implementing one hot encoder and column transformer to model. </a:t>
            </a:r>
            <a:endParaRPr lang="en-US" sz="1400" kern="100" dirty="0" smtClean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Step 12: Applying Logistic Regression to the model. </a:t>
            </a:r>
            <a:endParaRPr lang="en-US" sz="1400" kern="100" dirty="0" smtClean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Step 13: Fit the Logistic Regression Model. </a:t>
            </a:r>
            <a:endParaRPr lang="en-US" sz="1400" kern="100" dirty="0" smtClean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Step 14: If accuracy is good use the model for prediction else fit the model again, using other random states.  </a:t>
            </a:r>
            <a:endParaRPr lang="en-US" sz="1400" kern="100" dirty="0" smtClean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Step 15: Dump the Logistic Regression model into our files using pickle .  </a:t>
            </a:r>
            <a:endParaRPr lang="en-US" sz="1400" kern="100" dirty="0" smtClean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Step 16: Open </a:t>
            </a:r>
            <a:r>
              <a:rPr lang="en-US" sz="1400" kern="1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Pycharm</a:t>
            </a:r>
            <a:r>
              <a:rPr lang="en-US" sz="1400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and extract the cleaned placement.csv and Logistic Regression  Model.pkl files into our project.  </a:t>
            </a:r>
            <a:endParaRPr lang="en-US" sz="1400" kern="100" dirty="0" smtClean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Step 17: Reading the model and dataset, make the prediction using python and flask from webpage.</a:t>
            </a:r>
            <a:endParaRPr lang="en-US" sz="1400" kern="100" dirty="0" smtClean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1143000"/>
            <a:ext cx="2895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PSEUDO CODE: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INPUT DESIGN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WhatsApp Image 2023-11-24 at 19.19.10_b5ce9974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981199"/>
            <a:ext cx="4785757" cy="3276601"/>
          </a:xfrm>
        </p:spPr>
      </p:pic>
      <p:pic>
        <p:nvPicPr>
          <p:cNvPr id="5" name="Picture 4" descr="SAI.png"/>
          <p:cNvPicPr>
            <a:picLocks noChangeAspect="1"/>
          </p:cNvPicPr>
          <p:nvPr/>
        </p:nvPicPr>
        <p:blipFill>
          <a:blip r:embed="rId3"/>
          <a:srcRect l="15000" t="11482" r="17500" b="29259"/>
          <a:stretch>
            <a:fillRect/>
          </a:stretch>
        </p:blipFill>
        <p:spPr>
          <a:xfrm>
            <a:off x="4343400" y="1905000"/>
            <a:ext cx="4648200" cy="35414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3-11-24 at 19.19.11_e41b4a2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7800"/>
            <a:ext cx="8001000" cy="3870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685800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OUTPUT DESIGN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WhatsApp Image 2023-11-24 at 20.05.48_d3b97a7d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00860" cy="6858000"/>
          </a:xfrm>
        </p:spPr>
      </p:pic>
      <p:sp>
        <p:nvSpPr>
          <p:cNvPr id="5" name="TextBox 4"/>
          <p:cNvSpPr txBox="1"/>
          <p:nvPr/>
        </p:nvSpPr>
        <p:spPr>
          <a:xfrm>
            <a:off x="304800" y="533400"/>
            <a:ext cx="3276600" cy="5232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2800" b="1" spc="50" dirty="0" smtClean="0">
                <a:ln w="11430"/>
                <a:solidFill>
                  <a:schemeClr val="bg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CONCLUSION:</a:t>
            </a:r>
            <a:endParaRPr lang="en-US" sz="2800" b="1" spc="50" dirty="0">
              <a:ln w="11430"/>
              <a:solidFill>
                <a:schemeClr val="bg1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1524000"/>
            <a:ext cx="11277600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Predicting climate change is a challenging but crucial task that requires using a lot of data, working together with experts from different fields, and choosing the right methods to get accurate and meaningful results.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895600"/>
            <a:ext cx="2667000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REFERENCES:</a:t>
            </a:r>
            <a:endParaRPr lang="en-US" sz="28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400" y="3505200"/>
            <a:ext cx="104394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https://www.kaggle.com/datasets/berkeleyearth/climate-change-earth-surface-temperature-data</a:t>
            </a:r>
            <a:endParaRPr lang="en-US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eatheringWithYou_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6857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400" y="3276600"/>
            <a:ext cx="4038600" cy="7694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THANK</a:t>
            </a: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dirty="0" smtClean="0">
                <a:ln>
                  <a:solidFill>
                    <a:schemeClr val="tx1"/>
                  </a:solidFill>
                </a:ln>
                <a:latin typeface="Times New Roman" pitchFamily="18" charset="0"/>
                <a:cs typeface="Times New Roman" pitchFamily="18" charset="0"/>
              </a:rPr>
              <a:t>YOU</a:t>
            </a:r>
            <a:endParaRPr lang="en-US" sz="4400" b="1" dirty="0">
              <a:ln>
                <a:solidFill>
                  <a:schemeClr val="tx1"/>
                </a:solidFill>
              </a:ln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</TotalTime>
  <Words>395</Words>
  <Application>Microsoft Office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ABSTRACT</vt:lpstr>
      <vt:lpstr>INTRODUCTION</vt:lpstr>
      <vt:lpstr>REQUIREMENTS</vt:lpstr>
      <vt:lpstr>SYSTEM IMPLEMENTATION</vt:lpstr>
      <vt:lpstr>INPUT DESIGN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15</cp:revision>
  <dcterms:created xsi:type="dcterms:W3CDTF">2023-11-24T13:17:22Z</dcterms:created>
  <dcterms:modified xsi:type="dcterms:W3CDTF">2023-11-24T16:27:30Z</dcterms:modified>
</cp:coreProperties>
</file>